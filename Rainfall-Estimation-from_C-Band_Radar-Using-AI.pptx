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7" r:id="rId5"/>
    <p:sldId id="259" r:id="rId6"/>
    <p:sldId id="264" r:id="rId7"/>
    <p:sldId id="265" r:id="rId8"/>
    <p:sldId id="260" r:id="rId9"/>
    <p:sldId id="268" r:id="rId10"/>
    <p:sldId id="266" r:id="rId11"/>
    <p:sldId id="261"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4B073C-0B09-48CA-B200-7CB7E0959B58}" v="130" dt="2026-02-03T00:43:08.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60" d="100"/>
          <a:sy n="60" d="100"/>
        </p:scale>
        <p:origin x="96"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Yu" userId="ff89ab59bb266fda" providerId="LiveId" clId="{6C9262DC-E384-4535-9D53-B347867870A8}"/>
    <pc:docChg chg="modSld">
      <pc:chgData name="Gary Yu" userId="ff89ab59bb266fda" providerId="LiveId" clId="{6C9262DC-E384-4535-9D53-B347867870A8}" dt="2026-02-03T14:49:38.230" v="7" actId="20577"/>
      <pc:docMkLst>
        <pc:docMk/>
      </pc:docMkLst>
      <pc:sldChg chg="modSp mod">
        <pc:chgData name="Gary Yu" userId="ff89ab59bb266fda" providerId="LiveId" clId="{6C9262DC-E384-4535-9D53-B347867870A8}" dt="2026-02-03T14:49:38.230" v="7" actId="20577"/>
        <pc:sldMkLst>
          <pc:docMk/>
          <pc:sldMk cId="3717985634" sldId="259"/>
        </pc:sldMkLst>
        <pc:spChg chg="mod">
          <ac:chgData name="Gary Yu" userId="ff89ab59bb266fda" providerId="LiveId" clId="{6C9262DC-E384-4535-9D53-B347867870A8}" dt="2026-02-03T14:49:38.230" v="7" actId="20577"/>
          <ac:spMkLst>
            <pc:docMk/>
            <pc:sldMk cId="3717985634" sldId="259"/>
            <ac:spMk id="3" creationId="{83C2D927-990A-410A-59AE-9D4C8EC542F1}"/>
          </ac:spMkLst>
        </pc:spChg>
      </pc:sldChg>
    </pc:docChg>
  </pc:docChgLst>
  <pc:docChgLst>
    <pc:chgData name="Gary Yu" userId="ff89ab59bb266fda" providerId="LiveId" clId="{D6D08EAD-FF1A-43AE-B251-67B60A84CA0E}"/>
    <pc:docChg chg="undo redo custSel addSld delSld modSld sldOrd">
      <pc:chgData name="Gary Yu" userId="ff89ab59bb266fda" providerId="LiveId" clId="{D6D08EAD-FF1A-43AE-B251-67B60A84CA0E}" dt="2026-02-03T00:43:08.625" v="3768"/>
      <pc:docMkLst>
        <pc:docMk/>
      </pc:docMkLst>
      <pc:sldChg chg="addSp delSp modSp mod modTransition">
        <pc:chgData name="Gary Yu" userId="ff89ab59bb266fda" providerId="LiveId" clId="{D6D08EAD-FF1A-43AE-B251-67B60A84CA0E}" dt="2026-02-03T00:42:44.653" v="3758"/>
        <pc:sldMkLst>
          <pc:docMk/>
          <pc:sldMk cId="3328361602" sldId="256"/>
        </pc:sldMkLst>
        <pc:spChg chg="mod">
          <ac:chgData name="Gary Yu" userId="ff89ab59bb266fda" providerId="LiveId" clId="{D6D08EAD-FF1A-43AE-B251-67B60A84CA0E}" dt="2026-02-03T00:24:40.231" v="3685"/>
          <ac:spMkLst>
            <pc:docMk/>
            <pc:sldMk cId="3328361602" sldId="256"/>
            <ac:spMk id="2" creationId="{212BCE1F-D9F0-54AB-E44F-B7110D833167}"/>
          </ac:spMkLst>
        </pc:spChg>
        <pc:spChg chg="mod">
          <ac:chgData name="Gary Yu" userId="ff89ab59bb266fda" providerId="LiveId" clId="{D6D08EAD-FF1A-43AE-B251-67B60A84CA0E}" dt="2026-02-03T00:24:40.231" v="3685"/>
          <ac:spMkLst>
            <pc:docMk/>
            <pc:sldMk cId="3328361602" sldId="256"/>
            <ac:spMk id="3" creationId="{574BCB57-DF46-2561-591B-14BD2561DDA4}"/>
          </ac:spMkLst>
        </pc:spChg>
        <pc:spChg chg="add mod">
          <ac:chgData name="Gary Yu" userId="ff89ab59bb266fda" providerId="LiveId" clId="{D6D08EAD-FF1A-43AE-B251-67B60A84CA0E}" dt="2026-02-03T00:34:10.106" v="3747" actId="1076"/>
          <ac:spMkLst>
            <pc:docMk/>
            <pc:sldMk cId="3328361602" sldId="256"/>
            <ac:spMk id="11" creationId="{C44652FE-E9D1-89A8-8D67-0CA229CDE3F4}"/>
          </ac:spMkLst>
        </pc:spChg>
        <pc:spChg chg="add mod">
          <ac:chgData name="Gary Yu" userId="ff89ab59bb266fda" providerId="LiveId" clId="{D6D08EAD-FF1A-43AE-B251-67B60A84CA0E}" dt="2026-02-03T00:27:36.529" v="3710" actId="1076"/>
          <ac:spMkLst>
            <pc:docMk/>
            <pc:sldMk cId="3328361602" sldId="256"/>
            <ac:spMk id="13" creationId="{19F17FC0-02E8-F5BE-E215-8B20CA2C7B8B}"/>
          </ac:spMkLst>
        </pc:spChg>
        <pc:picChg chg="add del mod">
          <ac:chgData name="Gary Yu" userId="ff89ab59bb266fda" providerId="LiveId" clId="{D6D08EAD-FF1A-43AE-B251-67B60A84CA0E}" dt="2026-02-02T21:46:12.401" v="367" actId="478"/>
          <ac:picMkLst>
            <pc:docMk/>
            <pc:sldMk cId="3328361602" sldId="256"/>
            <ac:picMk id="5" creationId="{8DEE7B90-0DCF-2136-1960-875493CBB77B}"/>
          </ac:picMkLst>
        </pc:picChg>
        <pc:picChg chg="add mod">
          <ac:chgData name="Gary Yu" userId="ff89ab59bb266fda" providerId="LiveId" clId="{D6D08EAD-FF1A-43AE-B251-67B60A84CA0E}" dt="2026-02-03T00:27:31.678" v="3709" actId="1076"/>
          <ac:picMkLst>
            <pc:docMk/>
            <pc:sldMk cId="3328361602" sldId="256"/>
            <ac:picMk id="7" creationId="{8ABFCE55-C058-DF3F-52D2-614A1D4897C6}"/>
          </ac:picMkLst>
        </pc:picChg>
        <pc:picChg chg="add mod">
          <ac:chgData name="Gary Yu" userId="ff89ab59bb266fda" providerId="LiveId" clId="{D6D08EAD-FF1A-43AE-B251-67B60A84CA0E}" dt="2026-02-03T00:24:45.512" v="3688" actId="1076"/>
          <ac:picMkLst>
            <pc:docMk/>
            <pc:sldMk cId="3328361602" sldId="256"/>
            <ac:picMk id="9" creationId="{7C89D7EB-9DEE-EA9E-0528-373E05F9B199}"/>
          </ac:picMkLst>
        </pc:picChg>
      </pc:sldChg>
      <pc:sldChg chg="addSp delSp modSp mod modTransition">
        <pc:chgData name="Gary Yu" userId="ff89ab59bb266fda" providerId="LiveId" clId="{D6D08EAD-FF1A-43AE-B251-67B60A84CA0E}" dt="2026-02-03T00:42:42.430" v="3757"/>
        <pc:sldMkLst>
          <pc:docMk/>
          <pc:sldMk cId="485458809" sldId="257"/>
        </pc:sldMkLst>
        <pc:spChg chg="mod">
          <ac:chgData name="Gary Yu" userId="ff89ab59bb266fda" providerId="LiveId" clId="{D6D08EAD-FF1A-43AE-B251-67B60A84CA0E}" dt="2026-02-03T00:24:40.231" v="3685"/>
          <ac:spMkLst>
            <pc:docMk/>
            <pc:sldMk cId="485458809" sldId="257"/>
            <ac:spMk id="2" creationId="{A7827C38-FFAA-4482-7997-61D91A6E8E78}"/>
          </ac:spMkLst>
        </pc:spChg>
        <pc:spChg chg="mod">
          <ac:chgData name="Gary Yu" userId="ff89ab59bb266fda" providerId="LiveId" clId="{D6D08EAD-FF1A-43AE-B251-67B60A84CA0E}" dt="2026-02-03T00:26:02.884" v="3697" actId="207"/>
          <ac:spMkLst>
            <pc:docMk/>
            <pc:sldMk cId="485458809" sldId="257"/>
            <ac:spMk id="3" creationId="{CB818214-4F8E-1523-8359-B5761A077D61}"/>
          </ac:spMkLst>
        </pc:spChg>
        <pc:spChg chg="add mod">
          <ac:chgData name="Gary Yu" userId="ff89ab59bb266fda" providerId="LiveId" clId="{D6D08EAD-FF1A-43AE-B251-67B60A84CA0E}" dt="2026-02-03T00:34:40.316" v="3752" actId="1076"/>
          <ac:spMkLst>
            <pc:docMk/>
            <pc:sldMk cId="485458809" sldId="257"/>
            <ac:spMk id="12" creationId="{67D055CB-3EF2-ECAB-4EB7-D91865C25C6C}"/>
          </ac:spMkLst>
        </pc:spChg>
        <pc:spChg chg="add mod">
          <ac:chgData name="Gary Yu" userId="ff89ab59bb266fda" providerId="LiveId" clId="{D6D08EAD-FF1A-43AE-B251-67B60A84CA0E}" dt="2026-02-03T00:25:40.315" v="3694" actId="1076"/>
          <ac:spMkLst>
            <pc:docMk/>
            <pc:sldMk cId="485458809" sldId="257"/>
            <ac:spMk id="13" creationId="{94B00485-7185-40B4-623D-72AD28EC393D}"/>
          </ac:spMkLst>
        </pc:spChg>
        <pc:spChg chg="add mod">
          <ac:chgData name="Gary Yu" userId="ff89ab59bb266fda" providerId="LiveId" clId="{D6D08EAD-FF1A-43AE-B251-67B60A84CA0E}" dt="2026-02-03T00:25:33.889" v="3693" actId="207"/>
          <ac:spMkLst>
            <pc:docMk/>
            <pc:sldMk cId="485458809" sldId="257"/>
            <ac:spMk id="15" creationId="{D54254FD-37E8-BEB4-AC05-2AC83954671E}"/>
          </ac:spMkLst>
        </pc:spChg>
        <pc:spChg chg="add del">
          <ac:chgData name="Gary Yu" userId="ff89ab59bb266fda" providerId="LiveId" clId="{D6D08EAD-FF1A-43AE-B251-67B60A84CA0E}" dt="2026-02-02T23:33:10.897" v="3301" actId="478"/>
          <ac:spMkLst>
            <pc:docMk/>
            <pc:sldMk cId="485458809" sldId="257"/>
            <ac:spMk id="17" creationId="{8E695B5E-2534-5293-86FF-C50F09BD1A8B}"/>
          </ac:spMkLst>
        </pc:spChg>
        <pc:spChg chg="add mod">
          <ac:chgData name="Gary Yu" userId="ff89ab59bb266fda" providerId="LiveId" clId="{D6D08EAD-FF1A-43AE-B251-67B60A84CA0E}" dt="2026-02-03T00:25:56.337" v="3696" actId="207"/>
          <ac:spMkLst>
            <pc:docMk/>
            <pc:sldMk cId="485458809" sldId="257"/>
            <ac:spMk id="19" creationId="{C3B4AFA6-74F2-AA49-614F-7C2892D665B1}"/>
          </ac:spMkLst>
        </pc:spChg>
        <pc:picChg chg="add mod">
          <ac:chgData name="Gary Yu" userId="ff89ab59bb266fda" providerId="LiveId" clId="{D6D08EAD-FF1A-43AE-B251-67B60A84CA0E}" dt="2026-02-03T00:26:12.744" v="3699" actId="1076"/>
          <ac:picMkLst>
            <pc:docMk/>
            <pc:sldMk cId="485458809" sldId="257"/>
            <ac:picMk id="5" creationId="{94EE4660-FFCF-3194-4939-EBA173E1216A}"/>
          </ac:picMkLst>
        </pc:picChg>
        <pc:picChg chg="add mod">
          <ac:chgData name="Gary Yu" userId="ff89ab59bb266fda" providerId="LiveId" clId="{D6D08EAD-FF1A-43AE-B251-67B60A84CA0E}" dt="2026-02-03T00:25:02.209" v="3690" actId="1076"/>
          <ac:picMkLst>
            <pc:docMk/>
            <pc:sldMk cId="485458809" sldId="257"/>
            <ac:picMk id="7" creationId="{04A8AF4D-B8F6-645D-D3CB-25D1BE167B57}"/>
          </ac:picMkLst>
        </pc:picChg>
        <pc:picChg chg="add mod">
          <ac:chgData name="Gary Yu" userId="ff89ab59bb266fda" providerId="LiveId" clId="{D6D08EAD-FF1A-43AE-B251-67B60A84CA0E}" dt="2026-02-02T23:08:02.315" v="3058" actId="1076"/>
          <ac:picMkLst>
            <pc:docMk/>
            <pc:sldMk cId="485458809" sldId="257"/>
            <ac:picMk id="9" creationId="{B1870CBD-A8C0-7EA1-9A68-230DEABA9A29}"/>
          </ac:picMkLst>
        </pc:picChg>
        <pc:picChg chg="add mod">
          <ac:chgData name="Gary Yu" userId="ff89ab59bb266fda" providerId="LiveId" clId="{D6D08EAD-FF1A-43AE-B251-67B60A84CA0E}" dt="2026-02-02T23:07:59.932" v="3057" actId="1076"/>
          <ac:picMkLst>
            <pc:docMk/>
            <pc:sldMk cId="485458809" sldId="257"/>
            <ac:picMk id="11" creationId="{385C95FD-D26A-8136-6048-32668DAA75BD}"/>
          </ac:picMkLst>
        </pc:picChg>
      </pc:sldChg>
      <pc:sldChg chg="modSp mod modTransition">
        <pc:chgData name="Gary Yu" userId="ff89ab59bb266fda" providerId="LiveId" clId="{D6D08EAD-FF1A-43AE-B251-67B60A84CA0E}" dt="2026-02-03T00:42:47.540" v="3759"/>
        <pc:sldMkLst>
          <pc:docMk/>
          <pc:sldMk cId="2657746759" sldId="258"/>
        </pc:sldMkLst>
        <pc:spChg chg="mod">
          <ac:chgData name="Gary Yu" userId="ff89ab59bb266fda" providerId="LiveId" clId="{D6D08EAD-FF1A-43AE-B251-67B60A84CA0E}" dt="2026-02-03T00:24:40.231" v="3685"/>
          <ac:spMkLst>
            <pc:docMk/>
            <pc:sldMk cId="2657746759" sldId="258"/>
            <ac:spMk id="2" creationId="{64BB526D-5742-ACB7-1D27-6CDA5132AE2E}"/>
          </ac:spMkLst>
        </pc:spChg>
        <pc:spChg chg="mod">
          <ac:chgData name="Gary Yu" userId="ff89ab59bb266fda" providerId="LiveId" clId="{D6D08EAD-FF1A-43AE-B251-67B60A84CA0E}" dt="2026-02-03T00:24:40.326" v="3686" actId="27636"/>
          <ac:spMkLst>
            <pc:docMk/>
            <pc:sldMk cId="2657746759" sldId="258"/>
            <ac:spMk id="3" creationId="{2FFDF11C-1E0E-7863-105A-E2B49B2BC084}"/>
          </ac:spMkLst>
        </pc:spChg>
      </pc:sldChg>
      <pc:sldChg chg="modSp mod modTransition">
        <pc:chgData name="Gary Yu" userId="ff89ab59bb266fda" providerId="LiveId" clId="{D6D08EAD-FF1A-43AE-B251-67B60A84CA0E}" dt="2026-02-03T00:42:51.384" v="3761"/>
        <pc:sldMkLst>
          <pc:docMk/>
          <pc:sldMk cId="3717985634" sldId="259"/>
        </pc:sldMkLst>
        <pc:spChg chg="mod">
          <ac:chgData name="Gary Yu" userId="ff89ab59bb266fda" providerId="LiveId" clId="{D6D08EAD-FF1A-43AE-B251-67B60A84CA0E}" dt="2026-02-03T00:24:40.231" v="3685"/>
          <ac:spMkLst>
            <pc:docMk/>
            <pc:sldMk cId="3717985634" sldId="259"/>
            <ac:spMk id="2" creationId="{66674E28-5597-297A-AE5D-F16D255945CB}"/>
          </ac:spMkLst>
        </pc:spChg>
        <pc:spChg chg="mod">
          <ac:chgData name="Gary Yu" userId="ff89ab59bb266fda" providerId="LiveId" clId="{D6D08EAD-FF1A-43AE-B251-67B60A84CA0E}" dt="2026-02-03T00:24:40.342" v="3687" actId="27636"/>
          <ac:spMkLst>
            <pc:docMk/>
            <pc:sldMk cId="3717985634" sldId="259"/>
            <ac:spMk id="3" creationId="{83C2D927-990A-410A-59AE-9D4C8EC542F1}"/>
          </ac:spMkLst>
        </pc:spChg>
      </pc:sldChg>
      <pc:sldChg chg="modSp mod modTransition">
        <pc:chgData name="Gary Yu" userId="ff89ab59bb266fda" providerId="LiveId" clId="{D6D08EAD-FF1A-43AE-B251-67B60A84CA0E}" dt="2026-02-03T00:42:59.501" v="3764"/>
        <pc:sldMkLst>
          <pc:docMk/>
          <pc:sldMk cId="461766106" sldId="260"/>
        </pc:sldMkLst>
        <pc:spChg chg="mod">
          <ac:chgData name="Gary Yu" userId="ff89ab59bb266fda" providerId="LiveId" clId="{D6D08EAD-FF1A-43AE-B251-67B60A84CA0E}" dt="2026-02-03T00:24:40.231" v="3685"/>
          <ac:spMkLst>
            <pc:docMk/>
            <pc:sldMk cId="461766106" sldId="260"/>
            <ac:spMk id="2" creationId="{139A3A7B-4136-C445-F982-F62E85BB732F}"/>
          </ac:spMkLst>
        </pc:spChg>
        <pc:spChg chg="mod">
          <ac:chgData name="Gary Yu" userId="ff89ab59bb266fda" providerId="LiveId" clId="{D6D08EAD-FF1A-43AE-B251-67B60A84CA0E}" dt="2026-02-03T00:24:40.231" v="3685"/>
          <ac:spMkLst>
            <pc:docMk/>
            <pc:sldMk cId="461766106" sldId="260"/>
            <ac:spMk id="3" creationId="{1449CADE-F5DC-D475-4761-4D725641143F}"/>
          </ac:spMkLst>
        </pc:spChg>
      </pc:sldChg>
      <pc:sldChg chg="modSp mod modTransition">
        <pc:chgData name="Gary Yu" userId="ff89ab59bb266fda" providerId="LiveId" clId="{D6D08EAD-FF1A-43AE-B251-67B60A84CA0E}" dt="2026-02-03T00:43:06.647" v="3767"/>
        <pc:sldMkLst>
          <pc:docMk/>
          <pc:sldMk cId="8140281" sldId="261"/>
        </pc:sldMkLst>
        <pc:spChg chg="mod">
          <ac:chgData name="Gary Yu" userId="ff89ab59bb266fda" providerId="LiveId" clId="{D6D08EAD-FF1A-43AE-B251-67B60A84CA0E}" dt="2026-02-03T00:24:40.231" v="3685"/>
          <ac:spMkLst>
            <pc:docMk/>
            <pc:sldMk cId="8140281" sldId="261"/>
            <ac:spMk id="2" creationId="{217767EF-A13F-CE2D-0414-60B0AAA00087}"/>
          </ac:spMkLst>
        </pc:spChg>
        <pc:spChg chg="mod">
          <ac:chgData name="Gary Yu" userId="ff89ab59bb266fda" providerId="LiveId" clId="{D6D08EAD-FF1A-43AE-B251-67B60A84CA0E}" dt="2026-02-03T00:24:40.231" v="3685"/>
          <ac:spMkLst>
            <pc:docMk/>
            <pc:sldMk cId="8140281" sldId="261"/>
            <ac:spMk id="3" creationId="{ED546039-5DF4-4FE6-91CA-150D655D3D59}"/>
          </ac:spMkLst>
        </pc:spChg>
      </pc:sldChg>
      <pc:sldChg chg="modSp mod modTransition">
        <pc:chgData name="Gary Yu" userId="ff89ab59bb266fda" providerId="LiveId" clId="{D6D08EAD-FF1A-43AE-B251-67B60A84CA0E}" dt="2026-02-03T00:43:08.625" v="3768"/>
        <pc:sldMkLst>
          <pc:docMk/>
          <pc:sldMk cId="2893441060" sldId="262"/>
        </pc:sldMkLst>
        <pc:spChg chg="mod">
          <ac:chgData name="Gary Yu" userId="ff89ab59bb266fda" providerId="LiveId" clId="{D6D08EAD-FF1A-43AE-B251-67B60A84CA0E}" dt="2026-02-03T00:24:40.231" v="3685"/>
          <ac:spMkLst>
            <pc:docMk/>
            <pc:sldMk cId="2893441060" sldId="262"/>
            <ac:spMk id="2" creationId="{9E3DA0C6-C8CD-6F94-B2D9-7EC96DDB6724}"/>
          </ac:spMkLst>
        </pc:spChg>
        <pc:spChg chg="mod">
          <ac:chgData name="Gary Yu" userId="ff89ab59bb266fda" providerId="LiveId" clId="{D6D08EAD-FF1A-43AE-B251-67B60A84CA0E}" dt="2026-02-03T00:24:40.231" v="3685"/>
          <ac:spMkLst>
            <pc:docMk/>
            <pc:sldMk cId="2893441060" sldId="262"/>
            <ac:spMk id="3" creationId="{199C6CE3-CA5B-ACEC-E81E-5B0BF3A40A67}"/>
          </ac:spMkLst>
        </pc:spChg>
      </pc:sldChg>
      <pc:sldChg chg="new del">
        <pc:chgData name="Gary Yu" userId="ff89ab59bb266fda" providerId="LiveId" clId="{D6D08EAD-FF1A-43AE-B251-67B60A84CA0E}" dt="2026-02-02T23:08:50.123" v="3062" actId="2696"/>
        <pc:sldMkLst>
          <pc:docMk/>
          <pc:sldMk cId="4236426668" sldId="263"/>
        </pc:sldMkLst>
      </pc:sldChg>
      <pc:sldChg chg="addSp delSp modSp new mod ord modTransition">
        <pc:chgData name="Gary Yu" userId="ff89ab59bb266fda" providerId="LiveId" clId="{D6D08EAD-FF1A-43AE-B251-67B60A84CA0E}" dt="2026-02-03T00:42:53.917" v="3762"/>
        <pc:sldMkLst>
          <pc:docMk/>
          <pc:sldMk cId="3806443476" sldId="264"/>
        </pc:sldMkLst>
        <pc:spChg chg="mod">
          <ac:chgData name="Gary Yu" userId="ff89ab59bb266fda" providerId="LiveId" clId="{D6D08EAD-FF1A-43AE-B251-67B60A84CA0E}" dt="2026-02-03T00:24:40.231" v="3685"/>
          <ac:spMkLst>
            <pc:docMk/>
            <pc:sldMk cId="3806443476" sldId="264"/>
            <ac:spMk id="2" creationId="{17641665-AC1B-5DBA-5E83-01458D390ACF}"/>
          </ac:spMkLst>
        </pc:spChg>
        <pc:spChg chg="del">
          <ac:chgData name="Gary Yu" userId="ff89ab59bb266fda" providerId="LiveId" clId="{D6D08EAD-FF1A-43AE-B251-67B60A84CA0E}" dt="2026-02-02T23:06:23.687" v="3031" actId="22"/>
          <ac:spMkLst>
            <pc:docMk/>
            <pc:sldMk cId="3806443476" sldId="264"/>
            <ac:spMk id="3" creationId="{9603CEA4-CE77-FE0D-B4D7-DF2FEA8D8B54}"/>
          </ac:spMkLst>
        </pc:spChg>
        <pc:spChg chg="add mod">
          <ac:chgData name="Gary Yu" userId="ff89ab59bb266fda" providerId="LiveId" clId="{D6D08EAD-FF1A-43AE-B251-67B60A84CA0E}" dt="2026-02-03T00:26:48.912" v="3704" actId="207"/>
          <ac:spMkLst>
            <pc:docMk/>
            <pc:sldMk cId="3806443476" sldId="264"/>
            <ac:spMk id="9" creationId="{2F36E67A-D114-5BC0-35E5-043D05D81F5F}"/>
          </ac:spMkLst>
        </pc:spChg>
        <pc:spChg chg="add mod">
          <ac:chgData name="Gary Yu" userId="ff89ab59bb266fda" providerId="LiveId" clId="{D6D08EAD-FF1A-43AE-B251-67B60A84CA0E}" dt="2026-02-03T00:26:52.126" v="3705" actId="207"/>
          <ac:spMkLst>
            <pc:docMk/>
            <pc:sldMk cId="3806443476" sldId="264"/>
            <ac:spMk id="10" creationId="{590B342F-1E2A-7771-825F-67BF7640E639}"/>
          </ac:spMkLst>
        </pc:spChg>
        <pc:picChg chg="add mod ord">
          <ac:chgData name="Gary Yu" userId="ff89ab59bb266fda" providerId="LiveId" clId="{D6D08EAD-FF1A-43AE-B251-67B60A84CA0E}" dt="2026-02-02T23:07:25.662" v="3055" actId="1076"/>
          <ac:picMkLst>
            <pc:docMk/>
            <pc:sldMk cId="3806443476" sldId="264"/>
            <ac:picMk id="5" creationId="{FBCE054B-3CDF-7560-79FE-081E7B83F5C3}"/>
          </ac:picMkLst>
        </pc:picChg>
        <pc:picChg chg="add mod">
          <ac:chgData name="Gary Yu" userId="ff89ab59bb266fda" providerId="LiveId" clId="{D6D08EAD-FF1A-43AE-B251-67B60A84CA0E}" dt="2026-02-02T23:07:23.585" v="3054" actId="1076"/>
          <ac:picMkLst>
            <pc:docMk/>
            <pc:sldMk cId="3806443476" sldId="264"/>
            <ac:picMk id="7" creationId="{ED59C758-8829-F771-B1D7-270FAC18AB48}"/>
          </ac:picMkLst>
        </pc:picChg>
      </pc:sldChg>
      <pc:sldChg chg="addSp delSp modSp new mod modTransition">
        <pc:chgData name="Gary Yu" userId="ff89ab59bb266fda" providerId="LiveId" clId="{D6D08EAD-FF1A-43AE-B251-67B60A84CA0E}" dt="2026-02-03T00:42:56.525" v="3763"/>
        <pc:sldMkLst>
          <pc:docMk/>
          <pc:sldMk cId="1676096148" sldId="265"/>
        </pc:sldMkLst>
        <pc:spChg chg="del">
          <ac:chgData name="Gary Yu" userId="ff89ab59bb266fda" providerId="LiveId" clId="{D6D08EAD-FF1A-43AE-B251-67B60A84CA0E}" dt="2026-02-02T23:09:29.358" v="3067" actId="478"/>
          <ac:spMkLst>
            <pc:docMk/>
            <pc:sldMk cId="1676096148" sldId="265"/>
            <ac:spMk id="2" creationId="{0448F917-3C6E-23C5-FB8D-784F00E130D3}"/>
          </ac:spMkLst>
        </pc:spChg>
        <pc:spChg chg="del">
          <ac:chgData name="Gary Yu" userId="ff89ab59bb266fda" providerId="LiveId" clId="{D6D08EAD-FF1A-43AE-B251-67B60A84CA0E}" dt="2026-02-02T23:09:19.420" v="3064" actId="22"/>
          <ac:spMkLst>
            <pc:docMk/>
            <pc:sldMk cId="1676096148" sldId="265"/>
            <ac:spMk id="3" creationId="{68DC8B09-E98A-9D83-4C5D-E0ADFBFFDAE0}"/>
          </ac:spMkLst>
        </pc:spChg>
        <pc:spChg chg="add mod">
          <ac:chgData name="Gary Yu" userId="ff89ab59bb266fda" providerId="LiveId" clId="{D6D08EAD-FF1A-43AE-B251-67B60A84CA0E}" dt="2026-02-03T00:35:13.084" v="3754" actId="1076"/>
          <ac:spMkLst>
            <pc:docMk/>
            <pc:sldMk cId="1676096148" sldId="265"/>
            <ac:spMk id="9" creationId="{3D5DA1C4-DCF2-4A9A-3535-51BED8673B1E}"/>
          </ac:spMkLst>
        </pc:spChg>
        <pc:spChg chg="add mod">
          <ac:chgData name="Gary Yu" userId="ff89ab59bb266fda" providerId="LiveId" clId="{D6D08EAD-FF1A-43AE-B251-67B60A84CA0E}" dt="2026-02-03T00:19:50.935" v="3637" actId="1076"/>
          <ac:spMkLst>
            <pc:docMk/>
            <pc:sldMk cId="1676096148" sldId="265"/>
            <ac:spMk id="11" creationId="{FA394036-A842-97AF-ED36-EB4ABDEA71FF}"/>
          </ac:spMkLst>
        </pc:spChg>
        <pc:picChg chg="add mod ord">
          <ac:chgData name="Gary Yu" userId="ff89ab59bb266fda" providerId="LiveId" clId="{D6D08EAD-FF1A-43AE-B251-67B60A84CA0E}" dt="2026-02-02T23:09:37.838" v="3069" actId="1076"/>
          <ac:picMkLst>
            <pc:docMk/>
            <pc:sldMk cId="1676096148" sldId="265"/>
            <ac:picMk id="5" creationId="{21F0709F-621C-B823-A6CC-B8DD1B7F4B54}"/>
          </ac:picMkLst>
        </pc:picChg>
        <pc:picChg chg="add mod">
          <ac:chgData name="Gary Yu" userId="ff89ab59bb266fda" providerId="LiveId" clId="{D6D08EAD-FF1A-43AE-B251-67B60A84CA0E}" dt="2026-02-02T23:14:12.033" v="3184" actId="14100"/>
          <ac:picMkLst>
            <pc:docMk/>
            <pc:sldMk cId="1676096148" sldId="265"/>
            <ac:picMk id="7" creationId="{C83E489B-370C-8CF5-1B71-9F5523EEC50A}"/>
          </ac:picMkLst>
        </pc:picChg>
      </pc:sldChg>
      <pc:sldChg chg="addSp delSp modSp new mod modTransition">
        <pc:chgData name="Gary Yu" userId="ff89ab59bb266fda" providerId="LiveId" clId="{D6D08EAD-FF1A-43AE-B251-67B60A84CA0E}" dt="2026-02-03T00:43:04.515" v="3766"/>
        <pc:sldMkLst>
          <pc:docMk/>
          <pc:sldMk cId="2105118025" sldId="266"/>
        </pc:sldMkLst>
        <pc:spChg chg="mod">
          <ac:chgData name="Gary Yu" userId="ff89ab59bb266fda" providerId="LiveId" clId="{D6D08EAD-FF1A-43AE-B251-67B60A84CA0E}" dt="2026-02-03T00:35:05.264" v="3753" actId="1076"/>
          <ac:spMkLst>
            <pc:docMk/>
            <pc:sldMk cId="2105118025" sldId="266"/>
            <ac:spMk id="2" creationId="{652E82F0-0DB4-98D2-107A-2BF25FC13606}"/>
          </ac:spMkLst>
        </pc:spChg>
        <pc:spChg chg="del">
          <ac:chgData name="Gary Yu" userId="ff89ab59bb266fda" providerId="LiveId" clId="{D6D08EAD-FF1A-43AE-B251-67B60A84CA0E}" dt="2026-02-02T23:10:05.378" v="3071" actId="22"/>
          <ac:spMkLst>
            <pc:docMk/>
            <pc:sldMk cId="2105118025" sldId="266"/>
            <ac:spMk id="3" creationId="{3E27BBD1-F9F5-4B61-A9C0-8EE56BF63B0F}"/>
          </ac:spMkLst>
        </pc:spChg>
        <pc:spChg chg="add mod">
          <ac:chgData name="Gary Yu" userId="ff89ab59bb266fda" providerId="LiveId" clId="{D6D08EAD-FF1A-43AE-B251-67B60A84CA0E}" dt="2026-02-03T00:27:18.736" v="3708" actId="14100"/>
          <ac:spMkLst>
            <pc:docMk/>
            <pc:sldMk cId="2105118025" sldId="266"/>
            <ac:spMk id="7" creationId="{011C3DCA-EDFF-2701-D595-AA015E0D6B39}"/>
          </ac:spMkLst>
        </pc:spChg>
        <pc:picChg chg="add mod ord">
          <ac:chgData name="Gary Yu" userId="ff89ab59bb266fda" providerId="LiveId" clId="{D6D08EAD-FF1A-43AE-B251-67B60A84CA0E}" dt="2026-02-02T23:15:23.425" v="3191" actId="1076"/>
          <ac:picMkLst>
            <pc:docMk/>
            <pc:sldMk cId="2105118025" sldId="266"/>
            <ac:picMk id="5" creationId="{99B9DC0B-64F0-731E-0A35-2ECAD2785EA2}"/>
          </ac:picMkLst>
        </pc:picChg>
      </pc:sldChg>
      <pc:sldChg chg="addSp delSp modSp new mod modTransition">
        <pc:chgData name="Gary Yu" userId="ff89ab59bb266fda" providerId="LiveId" clId="{D6D08EAD-FF1A-43AE-B251-67B60A84CA0E}" dt="2026-02-03T00:42:49.444" v="3760"/>
        <pc:sldMkLst>
          <pc:docMk/>
          <pc:sldMk cId="812735817" sldId="267"/>
        </pc:sldMkLst>
        <pc:spChg chg="del">
          <ac:chgData name="Gary Yu" userId="ff89ab59bb266fda" providerId="LiveId" clId="{D6D08EAD-FF1A-43AE-B251-67B60A84CA0E}" dt="2026-02-02T23:11:47.500" v="3127" actId="478"/>
          <ac:spMkLst>
            <pc:docMk/>
            <pc:sldMk cId="812735817" sldId="267"/>
            <ac:spMk id="2" creationId="{22EFF7A7-C64D-87AF-20A7-691BA9BECBEF}"/>
          </ac:spMkLst>
        </pc:spChg>
        <pc:spChg chg="del">
          <ac:chgData name="Gary Yu" userId="ff89ab59bb266fda" providerId="LiveId" clId="{D6D08EAD-FF1A-43AE-B251-67B60A84CA0E}" dt="2026-02-02T23:11:41.225" v="3124" actId="22"/>
          <ac:spMkLst>
            <pc:docMk/>
            <pc:sldMk cId="812735817" sldId="267"/>
            <ac:spMk id="3" creationId="{7377FB74-182C-4EDC-4927-1E8FD3D39429}"/>
          </ac:spMkLst>
        </pc:spChg>
        <pc:spChg chg="add mod">
          <ac:chgData name="Gary Yu" userId="ff89ab59bb266fda" providerId="LiveId" clId="{D6D08EAD-FF1A-43AE-B251-67B60A84CA0E}" dt="2026-02-03T00:26:29.232" v="3701" actId="1076"/>
          <ac:spMkLst>
            <pc:docMk/>
            <pc:sldMk cId="812735817" sldId="267"/>
            <ac:spMk id="9" creationId="{7517861C-0646-DC82-7A5B-B29264B528E0}"/>
          </ac:spMkLst>
        </pc:spChg>
        <pc:spChg chg="add mod">
          <ac:chgData name="Gary Yu" userId="ff89ab59bb266fda" providerId="LiveId" clId="{D6D08EAD-FF1A-43AE-B251-67B60A84CA0E}" dt="2026-02-03T00:26:38.746" v="3703" actId="404"/>
          <ac:spMkLst>
            <pc:docMk/>
            <pc:sldMk cId="812735817" sldId="267"/>
            <ac:spMk id="11" creationId="{6AA8527B-1C3F-90A7-604F-483B699C4FBC}"/>
          </ac:spMkLst>
        </pc:spChg>
        <pc:picChg chg="add mod ord">
          <ac:chgData name="Gary Yu" userId="ff89ab59bb266fda" providerId="LiveId" clId="{D6D08EAD-FF1A-43AE-B251-67B60A84CA0E}" dt="2026-02-03T00:35:29.120" v="3756" actId="1076"/>
          <ac:picMkLst>
            <pc:docMk/>
            <pc:sldMk cId="812735817" sldId="267"/>
            <ac:picMk id="5" creationId="{B851C656-E941-4448-D3FC-9926860CE8AF}"/>
          </ac:picMkLst>
        </pc:picChg>
        <pc:picChg chg="add mod">
          <ac:chgData name="Gary Yu" userId="ff89ab59bb266fda" providerId="LiveId" clId="{D6D08EAD-FF1A-43AE-B251-67B60A84CA0E}" dt="2026-02-03T00:26:35.349" v="3702" actId="1076"/>
          <ac:picMkLst>
            <pc:docMk/>
            <pc:sldMk cId="812735817" sldId="267"/>
            <ac:picMk id="7" creationId="{1294F5EF-B7E5-07A2-C52B-AD7E079FA0D9}"/>
          </ac:picMkLst>
        </pc:picChg>
      </pc:sldChg>
      <pc:sldChg chg="addSp delSp modSp new mod modTransition">
        <pc:chgData name="Gary Yu" userId="ff89ab59bb266fda" providerId="LiveId" clId="{D6D08EAD-FF1A-43AE-B251-67B60A84CA0E}" dt="2026-02-03T00:43:02.608" v="3765"/>
        <pc:sldMkLst>
          <pc:docMk/>
          <pc:sldMk cId="904020442" sldId="268"/>
        </pc:sldMkLst>
        <pc:spChg chg="del">
          <ac:chgData name="Gary Yu" userId="ff89ab59bb266fda" providerId="LiveId" clId="{D6D08EAD-FF1A-43AE-B251-67B60A84CA0E}" dt="2026-02-02T23:16:28.468" v="3202" actId="478"/>
          <ac:spMkLst>
            <pc:docMk/>
            <pc:sldMk cId="904020442" sldId="268"/>
            <ac:spMk id="2" creationId="{9AA883B8-590B-4A7C-BD96-7BE5ACB2993E}"/>
          </ac:spMkLst>
        </pc:spChg>
        <pc:spChg chg="del">
          <ac:chgData name="Gary Yu" userId="ff89ab59bb266fda" providerId="LiveId" clId="{D6D08EAD-FF1A-43AE-B251-67B60A84CA0E}" dt="2026-02-02T23:15:51.187" v="3193" actId="22"/>
          <ac:spMkLst>
            <pc:docMk/>
            <pc:sldMk cId="904020442" sldId="268"/>
            <ac:spMk id="3" creationId="{5D1FB5B8-24C8-5A18-F8ED-40EC40585764}"/>
          </ac:spMkLst>
        </pc:spChg>
        <pc:spChg chg="add mod">
          <ac:chgData name="Gary Yu" userId="ff89ab59bb266fda" providerId="LiveId" clId="{D6D08EAD-FF1A-43AE-B251-67B60A84CA0E}" dt="2026-02-03T00:27:12.339" v="3707" actId="207"/>
          <ac:spMkLst>
            <pc:docMk/>
            <pc:sldMk cId="904020442" sldId="268"/>
            <ac:spMk id="9" creationId="{B2999B46-8892-1ED9-5880-6B5B0452345B}"/>
          </ac:spMkLst>
        </pc:spChg>
        <pc:spChg chg="add mod">
          <ac:chgData name="Gary Yu" userId="ff89ab59bb266fda" providerId="LiveId" clId="{D6D08EAD-FF1A-43AE-B251-67B60A84CA0E}" dt="2026-02-03T00:20:58.582" v="3653" actId="1076"/>
          <ac:spMkLst>
            <pc:docMk/>
            <pc:sldMk cId="904020442" sldId="268"/>
            <ac:spMk id="11" creationId="{EB9801FD-2A37-3F6D-422D-81BDC590D04F}"/>
          </ac:spMkLst>
        </pc:spChg>
        <pc:picChg chg="add mod ord">
          <ac:chgData name="Gary Yu" userId="ff89ab59bb266fda" providerId="LiveId" clId="{D6D08EAD-FF1A-43AE-B251-67B60A84CA0E}" dt="2026-02-02T23:16:24.152" v="3200" actId="1076"/>
          <ac:picMkLst>
            <pc:docMk/>
            <pc:sldMk cId="904020442" sldId="268"/>
            <ac:picMk id="5" creationId="{9CA59218-84D0-0A99-E35E-FA19DA841806}"/>
          </ac:picMkLst>
        </pc:picChg>
        <pc:picChg chg="add mod">
          <ac:chgData name="Gary Yu" userId="ff89ab59bb266fda" providerId="LiveId" clId="{D6D08EAD-FF1A-43AE-B251-67B60A84CA0E}" dt="2026-02-02T23:16:25.554" v="3201" actId="1076"/>
          <ac:picMkLst>
            <pc:docMk/>
            <pc:sldMk cId="904020442" sldId="268"/>
            <ac:picMk id="7" creationId="{41DB34BF-CBDB-5D5A-ADAF-3CBDE32FD402}"/>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9BFD849-BEE0-464E-A488-D043195889DD}" type="datetimeFigureOut">
              <a:rPr lang="en-US" smtClean="0"/>
              <a:t>2/3/2026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285749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FD849-BEE0-464E-A488-D043195889D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946648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9BFD849-BEE0-464E-A488-D043195889DD}" type="datetimeFigureOut">
              <a:rPr lang="en-US" smtClean="0"/>
              <a:t>2/3/2026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072734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370408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BFD849-BEE0-464E-A488-D043195889DD}"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86354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BFD849-BEE0-464E-A488-D043195889DD}"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3561801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BFD849-BEE0-464E-A488-D043195889DD}"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486078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338137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43273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67720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969375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60674414-BB5B-4AC4-BCAF-038C7D796435}"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34819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9BFD849-BEE0-464E-A488-D043195889DD}" type="datetimeFigureOut">
              <a:rPr lang="en-US" smtClean="0"/>
              <a:t>2/3/2026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751728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9BFD849-BEE0-464E-A488-D043195889DD}"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2668092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9BFD849-BEE0-464E-A488-D043195889DD}"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588949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FD849-BEE0-464E-A488-D043195889DD}"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1171212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9BFD849-BEE0-464E-A488-D043195889DD}" type="datetimeFigureOut">
              <a:rPr lang="en-US" smtClean="0"/>
              <a:t>2/3/2026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60674414-BB5B-4AC4-BCAF-038C7D796435}" type="slidenum">
              <a:rPr lang="en-US" smtClean="0"/>
              <a:t>‹#›</a:t>
            </a:fld>
            <a:endParaRPr lang="en-US"/>
          </a:p>
        </p:txBody>
      </p:sp>
    </p:spTree>
    <p:extLst>
      <p:ext uri="{BB962C8B-B14F-4D97-AF65-F5344CB8AC3E}">
        <p14:creationId xmlns:p14="http://schemas.microsoft.com/office/powerpoint/2010/main" val="748884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9BFD849-BEE0-464E-A488-D043195889DD}" type="datetimeFigureOut">
              <a:rPr lang="en-US" smtClean="0"/>
              <a:t>2/3/2026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0674414-BB5B-4AC4-BCAF-038C7D796435}" type="slidenum">
              <a:rPr lang="en-US" smtClean="0"/>
              <a:t>‹#›</a:t>
            </a:fld>
            <a:endParaRPr lang="en-US"/>
          </a:p>
        </p:txBody>
      </p:sp>
    </p:spTree>
    <p:extLst>
      <p:ext uri="{BB962C8B-B14F-4D97-AF65-F5344CB8AC3E}">
        <p14:creationId xmlns:p14="http://schemas.microsoft.com/office/powerpoint/2010/main" val="1680149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BCE1F-D9F0-54AB-E44F-B7110D833167}"/>
              </a:ext>
            </a:extLst>
          </p:cNvPr>
          <p:cNvSpPr>
            <a:spLocks noGrp="1"/>
          </p:cNvSpPr>
          <p:nvPr>
            <p:ph type="ctrTitle"/>
          </p:nvPr>
        </p:nvSpPr>
        <p:spPr/>
        <p:txBody>
          <a:bodyPr>
            <a:noAutofit/>
          </a:bodyPr>
          <a:lstStyle/>
          <a:p>
            <a:r>
              <a:rPr lang="en-US" sz="3600" b="1" dirty="0"/>
              <a:t>Analysis: </a:t>
            </a:r>
            <a:br>
              <a:rPr lang="en-US" sz="3600" b="1" dirty="0"/>
            </a:br>
            <a:r>
              <a:rPr lang="en-US" sz="3600" dirty="0"/>
              <a:t>Rainfall Regression from C-Band Synthetic Aperture Radar Using Multitask Generative Adversarial Networks</a:t>
            </a:r>
          </a:p>
        </p:txBody>
      </p:sp>
      <p:sp>
        <p:nvSpPr>
          <p:cNvPr id="3" name="Subtitle 2">
            <a:extLst>
              <a:ext uri="{FF2B5EF4-FFF2-40B4-BE49-F238E27FC236}">
                <a16:creationId xmlns:a16="http://schemas.microsoft.com/office/drawing/2014/main" id="{574BCB57-DF46-2561-591B-14BD2561DDA4}"/>
              </a:ext>
            </a:extLst>
          </p:cNvPr>
          <p:cNvSpPr>
            <a:spLocks noGrp="1"/>
          </p:cNvSpPr>
          <p:nvPr>
            <p:ph type="subTitle" idx="1"/>
          </p:nvPr>
        </p:nvSpPr>
        <p:spPr/>
        <p:txBody>
          <a:bodyPr/>
          <a:lstStyle/>
          <a:p>
            <a:r>
              <a:rPr lang="en-US" dirty="0"/>
              <a:t>By Gary Yu</a:t>
            </a:r>
          </a:p>
        </p:txBody>
      </p:sp>
      <p:pic>
        <p:nvPicPr>
          <p:cNvPr id="7" name="Picture 6">
            <a:extLst>
              <a:ext uri="{FF2B5EF4-FFF2-40B4-BE49-F238E27FC236}">
                <a16:creationId xmlns:a16="http://schemas.microsoft.com/office/drawing/2014/main" id="{8ABFCE55-C058-DF3F-52D2-614A1D4897C6}"/>
              </a:ext>
            </a:extLst>
          </p:cNvPr>
          <p:cNvPicPr>
            <a:picLocks noChangeAspect="1"/>
          </p:cNvPicPr>
          <p:nvPr/>
        </p:nvPicPr>
        <p:blipFill>
          <a:blip r:embed="rId2"/>
          <a:stretch>
            <a:fillRect/>
          </a:stretch>
        </p:blipFill>
        <p:spPr>
          <a:xfrm>
            <a:off x="3050907" y="3950788"/>
            <a:ext cx="1587011" cy="2718619"/>
          </a:xfrm>
          <a:prstGeom prst="rect">
            <a:avLst/>
          </a:prstGeom>
        </p:spPr>
      </p:pic>
      <p:pic>
        <p:nvPicPr>
          <p:cNvPr id="9" name="Picture 8">
            <a:extLst>
              <a:ext uri="{FF2B5EF4-FFF2-40B4-BE49-F238E27FC236}">
                <a16:creationId xmlns:a16="http://schemas.microsoft.com/office/drawing/2014/main" id="{7C89D7EB-9DEE-EA9E-0528-373E05F9B199}"/>
              </a:ext>
            </a:extLst>
          </p:cNvPr>
          <p:cNvPicPr>
            <a:picLocks noChangeAspect="1"/>
          </p:cNvPicPr>
          <p:nvPr/>
        </p:nvPicPr>
        <p:blipFill>
          <a:blip r:embed="rId3"/>
          <a:stretch>
            <a:fillRect/>
          </a:stretch>
        </p:blipFill>
        <p:spPr>
          <a:xfrm>
            <a:off x="8226749" y="3273989"/>
            <a:ext cx="3616473" cy="2718619"/>
          </a:xfrm>
          <a:prstGeom prst="rect">
            <a:avLst/>
          </a:prstGeom>
        </p:spPr>
      </p:pic>
      <p:sp>
        <p:nvSpPr>
          <p:cNvPr id="11" name="TextBox 10">
            <a:extLst>
              <a:ext uri="{FF2B5EF4-FFF2-40B4-BE49-F238E27FC236}">
                <a16:creationId xmlns:a16="http://schemas.microsoft.com/office/drawing/2014/main" id="{C44652FE-E9D1-89A8-8D67-0CA229CDE3F4}"/>
              </a:ext>
            </a:extLst>
          </p:cNvPr>
          <p:cNvSpPr txBox="1"/>
          <p:nvPr/>
        </p:nvSpPr>
        <p:spPr>
          <a:xfrm>
            <a:off x="10304206" y="2964189"/>
            <a:ext cx="2703871" cy="261610"/>
          </a:xfrm>
          <a:prstGeom prst="rect">
            <a:avLst/>
          </a:prstGeom>
          <a:noFill/>
        </p:spPr>
        <p:txBody>
          <a:bodyPr wrap="square">
            <a:spAutoFit/>
          </a:bodyPr>
          <a:lstStyle/>
          <a:p>
            <a:r>
              <a:rPr lang="en-US" sz="1100" b="0" i="0" dirty="0">
                <a:effectLst/>
                <a:latin typeface="lato-regular"/>
              </a:rPr>
              <a:t>(</a:t>
            </a:r>
            <a:r>
              <a:rPr lang="en-US" sz="1100" b="0" i="1" dirty="0">
                <a:effectLst/>
                <a:latin typeface="lato-regular"/>
              </a:rPr>
              <a:t>Synthetic Aperture</a:t>
            </a:r>
            <a:r>
              <a:rPr lang="en-US" sz="1100" b="0" i="0" dirty="0">
                <a:effectLst/>
                <a:latin typeface="lato-regular"/>
              </a:rPr>
              <a:t>, n.d.).</a:t>
            </a:r>
            <a:endParaRPr lang="en-US" sz="1100" dirty="0"/>
          </a:p>
        </p:txBody>
      </p:sp>
      <p:sp>
        <p:nvSpPr>
          <p:cNvPr id="13" name="TextBox 12">
            <a:extLst>
              <a:ext uri="{FF2B5EF4-FFF2-40B4-BE49-F238E27FC236}">
                <a16:creationId xmlns:a16="http://schemas.microsoft.com/office/drawing/2014/main" id="{19F17FC0-02E8-F5BE-E215-8B20CA2C7B8B}"/>
              </a:ext>
            </a:extLst>
          </p:cNvPr>
          <p:cNvSpPr txBox="1"/>
          <p:nvPr/>
        </p:nvSpPr>
        <p:spPr>
          <a:xfrm>
            <a:off x="4637918" y="4411789"/>
            <a:ext cx="1983209" cy="261610"/>
          </a:xfrm>
          <a:prstGeom prst="rect">
            <a:avLst/>
          </a:prstGeom>
          <a:noFill/>
        </p:spPr>
        <p:txBody>
          <a:bodyPr wrap="square">
            <a:spAutoFit/>
          </a:bodyPr>
          <a:lstStyle/>
          <a:p>
            <a:r>
              <a:rPr lang="en-US" sz="1050" b="0" i="0" dirty="0">
                <a:effectLst/>
                <a:latin typeface="lato-regular"/>
              </a:rPr>
              <a:t>(</a:t>
            </a:r>
            <a:r>
              <a:rPr lang="en-US" sz="1050" b="0" i="1" dirty="0">
                <a:effectLst/>
                <a:latin typeface="lato-regular"/>
              </a:rPr>
              <a:t>Synthetic-Aperture Radar</a:t>
            </a:r>
            <a:r>
              <a:rPr lang="en-US" sz="1050" b="0" i="0" dirty="0">
                <a:effectLst/>
                <a:latin typeface="lato-regular"/>
              </a:rPr>
              <a:t>, n.d.).</a:t>
            </a:r>
            <a:endParaRPr lang="en-US" sz="1050" dirty="0"/>
          </a:p>
        </p:txBody>
      </p:sp>
    </p:spTree>
    <p:extLst>
      <p:ext uri="{BB962C8B-B14F-4D97-AF65-F5344CB8AC3E}">
        <p14:creationId xmlns:p14="http://schemas.microsoft.com/office/powerpoint/2010/main" val="3328361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2000">
        <p159:morph option="byObject"/>
      </p:transition>
    </mc:Choice>
    <mc:Fallback xmlns="">
      <p:transition spd="slow" advClick="0" advTm="32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7C38-FFAA-4482-7997-61D91A6E8E78}"/>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CB818214-4F8E-1523-8359-B5761A077D61}"/>
              </a:ext>
            </a:extLst>
          </p:cNvPr>
          <p:cNvSpPr>
            <a:spLocks noGrp="1"/>
          </p:cNvSpPr>
          <p:nvPr>
            <p:ph idx="1"/>
          </p:nvPr>
        </p:nvSpPr>
        <p:spPr>
          <a:xfrm>
            <a:off x="838200" y="1825625"/>
            <a:ext cx="10515600" cy="2657885"/>
          </a:xfrm>
        </p:spPr>
        <p:txBody>
          <a:bodyPr/>
          <a:lstStyle/>
          <a:p>
            <a:r>
              <a:rPr lang="en-US" dirty="0"/>
              <a:t>Gary Yu – OSU Econ and Poli-Sci BA in the MGIST Program</a:t>
            </a:r>
          </a:p>
          <a:p>
            <a:r>
              <a:rPr lang="en-US" sz="2000" dirty="0"/>
              <a:t>Paper Title: Rainfall Regression from C-Band Synthetic Aperture Radar Using Multitask Generative Adversarial Networks (Colin &amp; Husson, 2025, p. 1).</a:t>
            </a:r>
          </a:p>
          <a:p>
            <a:pPr lvl="1"/>
            <a:r>
              <a:rPr lang="en-US" sz="1600" dirty="0"/>
              <a:t>Authors: Aurelien Colin, and Romain Husson | Published in Jan 17, 2025 (Colin &amp; Husson, 2025, p. 1).</a:t>
            </a:r>
          </a:p>
          <a:p>
            <a:pPr lvl="1"/>
            <a:r>
              <a:rPr lang="en-US" sz="1600" dirty="0"/>
              <a:t>Affiliation 1: Both: </a:t>
            </a:r>
            <a:r>
              <a:rPr lang="fr-FR" sz="1600" dirty="0"/>
              <a:t>Collecte Localisation Satellite (CLS) , Brest, France</a:t>
            </a:r>
            <a:r>
              <a:rPr lang="en-US" sz="1600" dirty="0"/>
              <a:t> – French Satellite company </a:t>
            </a:r>
            <a:r>
              <a:rPr lang="en-US" sz="1600" i="1" dirty="0"/>
              <a:t>(CLS </a:t>
            </a:r>
            <a:r>
              <a:rPr lang="en-US" sz="1600" i="1" dirty="0" err="1"/>
              <a:t>Collecte</a:t>
            </a:r>
            <a:r>
              <a:rPr lang="en-US" sz="1600" i="1" dirty="0"/>
              <a:t> Satellite</a:t>
            </a:r>
            <a:r>
              <a:rPr lang="en-US" sz="1600" dirty="0"/>
              <a:t>, 2026)</a:t>
            </a:r>
          </a:p>
          <a:p>
            <a:pPr lvl="1"/>
            <a:r>
              <a:rPr lang="en-US" sz="1600" dirty="0"/>
              <a:t>Affiliation 2: Aurelien Colin: CELAD: French engineering &amp; IT services company </a:t>
            </a:r>
            <a:r>
              <a:rPr lang="en-US" sz="1600" b="0" i="0" dirty="0">
                <a:effectLst/>
                <a:latin typeface="lato-regular"/>
              </a:rPr>
              <a:t>(</a:t>
            </a:r>
            <a:r>
              <a:rPr lang="en-US" sz="1600" b="0" i="1" dirty="0">
                <a:effectLst/>
                <a:latin typeface="lato-regular"/>
              </a:rPr>
              <a:t>CELAD</a:t>
            </a:r>
            <a:r>
              <a:rPr lang="en-US" sz="1600" b="0" i="0" dirty="0">
                <a:effectLst/>
                <a:latin typeface="lato-regular"/>
              </a:rPr>
              <a:t>, 2026).</a:t>
            </a:r>
            <a:endParaRPr lang="en-US" sz="1600" dirty="0"/>
          </a:p>
          <a:p>
            <a:endParaRPr lang="en-US" sz="2000" dirty="0"/>
          </a:p>
          <a:p>
            <a:endParaRPr lang="en-US" sz="2400"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94EE4660-FFCF-3194-4939-EBA173E1216A}"/>
              </a:ext>
            </a:extLst>
          </p:cNvPr>
          <p:cNvPicPr>
            <a:picLocks noChangeAspect="1"/>
          </p:cNvPicPr>
          <p:nvPr/>
        </p:nvPicPr>
        <p:blipFill>
          <a:blip r:embed="rId2"/>
          <a:stretch>
            <a:fillRect/>
          </a:stretch>
        </p:blipFill>
        <p:spPr>
          <a:xfrm>
            <a:off x="142568" y="4483510"/>
            <a:ext cx="11906865" cy="1888642"/>
          </a:xfrm>
          <a:prstGeom prst="rect">
            <a:avLst/>
          </a:prstGeom>
        </p:spPr>
      </p:pic>
      <p:pic>
        <p:nvPicPr>
          <p:cNvPr id="7" name="Picture 6">
            <a:extLst>
              <a:ext uri="{FF2B5EF4-FFF2-40B4-BE49-F238E27FC236}">
                <a16:creationId xmlns:a16="http://schemas.microsoft.com/office/drawing/2014/main" id="{04A8AF4D-B8F6-645D-D3CB-25D1BE167B57}"/>
              </a:ext>
            </a:extLst>
          </p:cNvPr>
          <p:cNvPicPr>
            <a:picLocks noChangeAspect="1"/>
          </p:cNvPicPr>
          <p:nvPr/>
        </p:nvPicPr>
        <p:blipFill>
          <a:blip r:embed="rId3"/>
          <a:stretch>
            <a:fillRect/>
          </a:stretch>
        </p:blipFill>
        <p:spPr>
          <a:xfrm>
            <a:off x="10596340" y="1190601"/>
            <a:ext cx="1629697" cy="1269745"/>
          </a:xfrm>
          <a:prstGeom prst="rect">
            <a:avLst/>
          </a:prstGeom>
        </p:spPr>
      </p:pic>
      <p:pic>
        <p:nvPicPr>
          <p:cNvPr id="9" name="Picture 8">
            <a:extLst>
              <a:ext uri="{FF2B5EF4-FFF2-40B4-BE49-F238E27FC236}">
                <a16:creationId xmlns:a16="http://schemas.microsoft.com/office/drawing/2014/main" id="{B1870CBD-A8C0-7EA1-9A68-230DEABA9A29}"/>
              </a:ext>
            </a:extLst>
          </p:cNvPr>
          <p:cNvPicPr>
            <a:picLocks noChangeAspect="1"/>
          </p:cNvPicPr>
          <p:nvPr/>
        </p:nvPicPr>
        <p:blipFill>
          <a:blip r:embed="rId4"/>
          <a:stretch>
            <a:fillRect/>
          </a:stretch>
        </p:blipFill>
        <p:spPr>
          <a:xfrm>
            <a:off x="68826" y="0"/>
            <a:ext cx="4277322" cy="504895"/>
          </a:xfrm>
          <a:prstGeom prst="rect">
            <a:avLst/>
          </a:prstGeom>
        </p:spPr>
      </p:pic>
      <p:pic>
        <p:nvPicPr>
          <p:cNvPr id="11" name="Picture 10">
            <a:extLst>
              <a:ext uri="{FF2B5EF4-FFF2-40B4-BE49-F238E27FC236}">
                <a16:creationId xmlns:a16="http://schemas.microsoft.com/office/drawing/2014/main" id="{385C95FD-D26A-8136-6048-32668DAA75BD}"/>
              </a:ext>
            </a:extLst>
          </p:cNvPr>
          <p:cNvPicPr>
            <a:picLocks noChangeAspect="1"/>
          </p:cNvPicPr>
          <p:nvPr/>
        </p:nvPicPr>
        <p:blipFill>
          <a:blip r:embed="rId5"/>
          <a:stretch>
            <a:fillRect/>
          </a:stretch>
        </p:blipFill>
        <p:spPr>
          <a:xfrm>
            <a:off x="9000680" y="47619"/>
            <a:ext cx="3191320" cy="676369"/>
          </a:xfrm>
          <a:prstGeom prst="rect">
            <a:avLst/>
          </a:prstGeom>
        </p:spPr>
      </p:pic>
      <p:sp>
        <p:nvSpPr>
          <p:cNvPr id="12" name="TextBox 11">
            <a:extLst>
              <a:ext uri="{FF2B5EF4-FFF2-40B4-BE49-F238E27FC236}">
                <a16:creationId xmlns:a16="http://schemas.microsoft.com/office/drawing/2014/main" id="{67D055CB-3EF2-ECAB-4EB7-D91865C25C6C}"/>
              </a:ext>
            </a:extLst>
          </p:cNvPr>
          <p:cNvSpPr txBox="1"/>
          <p:nvPr/>
        </p:nvSpPr>
        <p:spPr>
          <a:xfrm>
            <a:off x="10315783" y="2460346"/>
            <a:ext cx="2076033" cy="253916"/>
          </a:xfrm>
          <a:prstGeom prst="rect">
            <a:avLst/>
          </a:prstGeom>
          <a:noFill/>
        </p:spPr>
        <p:txBody>
          <a:bodyPr wrap="square" rtlCol="0">
            <a:spAutoFit/>
          </a:bodyPr>
          <a:lstStyle/>
          <a:p>
            <a:r>
              <a:rPr lang="en-US" sz="1000" i="1" dirty="0"/>
              <a:t>(CLS </a:t>
            </a:r>
            <a:r>
              <a:rPr lang="en-US" sz="1000" i="1" dirty="0" err="1"/>
              <a:t>Collecte</a:t>
            </a:r>
            <a:r>
              <a:rPr lang="en-US" sz="1000" i="1" dirty="0"/>
              <a:t> Satellite </a:t>
            </a:r>
            <a:r>
              <a:rPr lang="en-US" sz="1000" dirty="0"/>
              <a:t>, 2026)</a:t>
            </a:r>
          </a:p>
        </p:txBody>
      </p:sp>
      <p:sp>
        <p:nvSpPr>
          <p:cNvPr id="13" name="TextBox 12">
            <a:extLst>
              <a:ext uri="{FF2B5EF4-FFF2-40B4-BE49-F238E27FC236}">
                <a16:creationId xmlns:a16="http://schemas.microsoft.com/office/drawing/2014/main" id="{94B00485-7185-40B4-623D-72AD28EC393D}"/>
              </a:ext>
            </a:extLst>
          </p:cNvPr>
          <p:cNvSpPr txBox="1"/>
          <p:nvPr/>
        </p:nvSpPr>
        <p:spPr>
          <a:xfrm>
            <a:off x="9910064" y="723571"/>
            <a:ext cx="2281936" cy="253916"/>
          </a:xfrm>
          <a:prstGeom prst="rect">
            <a:avLst/>
          </a:prstGeom>
          <a:noFill/>
        </p:spPr>
        <p:txBody>
          <a:bodyPr wrap="square" rtlCol="0">
            <a:spAutoFit/>
          </a:bodyPr>
          <a:lstStyle/>
          <a:p>
            <a:r>
              <a:rPr lang="en-US" sz="1050" dirty="0"/>
              <a:t> (</a:t>
            </a:r>
            <a:r>
              <a:rPr lang="en-US" sz="1050" i="1" dirty="0"/>
              <a:t>The Ohio State University</a:t>
            </a:r>
            <a:r>
              <a:rPr lang="en-US" sz="1050" dirty="0"/>
              <a:t>, 2026)</a:t>
            </a:r>
          </a:p>
        </p:txBody>
      </p:sp>
      <p:sp>
        <p:nvSpPr>
          <p:cNvPr id="15" name="TextBox 14">
            <a:extLst>
              <a:ext uri="{FF2B5EF4-FFF2-40B4-BE49-F238E27FC236}">
                <a16:creationId xmlns:a16="http://schemas.microsoft.com/office/drawing/2014/main" id="{D54254FD-37E8-BEB4-AC05-2AC83954671E}"/>
              </a:ext>
            </a:extLst>
          </p:cNvPr>
          <p:cNvSpPr txBox="1"/>
          <p:nvPr/>
        </p:nvSpPr>
        <p:spPr>
          <a:xfrm>
            <a:off x="658761" y="485848"/>
            <a:ext cx="6096000" cy="253916"/>
          </a:xfrm>
          <a:prstGeom prst="rect">
            <a:avLst/>
          </a:prstGeom>
          <a:noFill/>
        </p:spPr>
        <p:txBody>
          <a:bodyPr wrap="square">
            <a:spAutoFit/>
          </a:bodyPr>
          <a:lstStyle/>
          <a:p>
            <a:r>
              <a:rPr lang="en-US" sz="1050" dirty="0"/>
              <a:t>(College of Arts, 2026)</a:t>
            </a:r>
          </a:p>
        </p:txBody>
      </p:sp>
      <p:sp>
        <p:nvSpPr>
          <p:cNvPr id="19" name="TextBox 18">
            <a:extLst>
              <a:ext uri="{FF2B5EF4-FFF2-40B4-BE49-F238E27FC236}">
                <a16:creationId xmlns:a16="http://schemas.microsoft.com/office/drawing/2014/main" id="{C3B4AFA6-74F2-AA49-614F-7C2892D665B1}"/>
              </a:ext>
            </a:extLst>
          </p:cNvPr>
          <p:cNvSpPr txBox="1"/>
          <p:nvPr/>
        </p:nvSpPr>
        <p:spPr>
          <a:xfrm>
            <a:off x="5397910" y="6441049"/>
            <a:ext cx="6096000" cy="261610"/>
          </a:xfrm>
          <a:prstGeom prst="rect">
            <a:avLst/>
          </a:prstGeom>
          <a:noFill/>
        </p:spPr>
        <p:txBody>
          <a:bodyPr wrap="square">
            <a:spAutoFit/>
          </a:bodyPr>
          <a:lstStyle/>
          <a:p>
            <a:r>
              <a:rPr lang="en-US" sz="1050" b="0" i="0" dirty="0">
                <a:effectLst/>
                <a:latin typeface="lato-regular"/>
              </a:rPr>
              <a:t>(</a:t>
            </a:r>
            <a:r>
              <a:rPr lang="en-US" sz="1050" b="0" i="1" dirty="0">
                <a:effectLst/>
                <a:latin typeface="lato-regular"/>
              </a:rPr>
              <a:t>CELAD</a:t>
            </a:r>
            <a:r>
              <a:rPr lang="en-US" sz="1050" b="0" i="0" dirty="0">
                <a:effectLst/>
                <a:latin typeface="lato-regular"/>
              </a:rPr>
              <a:t>, 2026).</a:t>
            </a:r>
            <a:endParaRPr lang="en-US" sz="1050" dirty="0"/>
          </a:p>
        </p:txBody>
      </p:sp>
    </p:spTree>
    <p:extLst>
      <p:ext uri="{BB962C8B-B14F-4D97-AF65-F5344CB8AC3E}">
        <p14:creationId xmlns:p14="http://schemas.microsoft.com/office/powerpoint/2010/main" val="485458809"/>
      </p:ext>
    </p:extLst>
  </p:cSld>
  <p:clrMapOvr>
    <a:masterClrMapping/>
  </p:clrMapOvr>
  <mc:AlternateContent xmlns:mc="http://schemas.openxmlformats.org/markup-compatibility/2006" xmlns:p14="http://schemas.microsoft.com/office/powerpoint/2010/main">
    <mc:Choice Requires="p14">
      <p:transition spd="med" p14:dur="700" advClick="0" advTm="32000">
        <p:fade/>
      </p:transition>
    </mc:Choice>
    <mc:Fallback xmlns="">
      <p:transition spd="med" advClick="0" advTm="32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526D-5742-ACB7-1D27-6CDA5132AE2E}"/>
              </a:ext>
            </a:extLst>
          </p:cNvPr>
          <p:cNvSpPr>
            <a:spLocks noGrp="1"/>
          </p:cNvSpPr>
          <p:nvPr>
            <p:ph type="title"/>
          </p:nvPr>
        </p:nvSpPr>
        <p:spPr/>
        <p:txBody>
          <a:bodyPr/>
          <a:lstStyle/>
          <a:p>
            <a:pPr algn="ctr"/>
            <a:r>
              <a:rPr lang="en-US" dirty="0"/>
              <a:t>Purpose of the Research</a:t>
            </a:r>
          </a:p>
        </p:txBody>
      </p:sp>
      <p:sp>
        <p:nvSpPr>
          <p:cNvPr id="3" name="Content Placeholder 2">
            <a:extLst>
              <a:ext uri="{FF2B5EF4-FFF2-40B4-BE49-F238E27FC236}">
                <a16:creationId xmlns:a16="http://schemas.microsoft.com/office/drawing/2014/main" id="{2FFDF11C-1E0E-7863-105A-E2B49B2BC084}"/>
              </a:ext>
            </a:extLst>
          </p:cNvPr>
          <p:cNvSpPr>
            <a:spLocks noGrp="1"/>
          </p:cNvSpPr>
          <p:nvPr>
            <p:ph idx="1"/>
          </p:nvPr>
        </p:nvSpPr>
        <p:spPr/>
        <p:txBody>
          <a:bodyPr>
            <a:normAutofit fontScale="92500" lnSpcReduction="20000"/>
          </a:bodyPr>
          <a:lstStyle/>
          <a:p>
            <a:r>
              <a:rPr lang="en-US" dirty="0"/>
              <a:t>The journal article discloses a data-based method to estimate precipitation from SAR or synthetic aperture radar at 200M per pixel for the spatial resolution. (Colin &amp; Husson, 2025, p. 1).</a:t>
            </a:r>
          </a:p>
          <a:p>
            <a:r>
              <a:rPr lang="en-US" dirty="0"/>
              <a:t>It communicates previous problems close to synthetic aperture radar (SAR) usage, and weather radar data. (Colin &amp; Husson, 2025, p. 1).</a:t>
            </a:r>
          </a:p>
          <a:p>
            <a:pPr lvl="1"/>
            <a:r>
              <a:rPr lang="en-US" dirty="0"/>
              <a:t>The misalignment in usage and lack of rainfall examples under fast/strong wind speeds. (Colin &amp; Husson, 2025, p. 1).</a:t>
            </a:r>
          </a:p>
          <a:p>
            <a:pPr lvl="1"/>
            <a:r>
              <a:rPr lang="en-US" dirty="0"/>
              <a:t>This is important for weather reports, an to reduce harm from weather events. (Colin &amp; Husson, 2025, p. 1).</a:t>
            </a:r>
          </a:p>
          <a:p>
            <a:pPr lvl="1"/>
            <a:r>
              <a:rPr lang="en-US" dirty="0"/>
              <a:t>SAR is used in airplanes, and spacecraft as it requires moving vehicles. (</a:t>
            </a:r>
            <a:r>
              <a:rPr lang="en-US" i="1" dirty="0"/>
              <a:t>Synthetic Aperture</a:t>
            </a:r>
            <a:r>
              <a:rPr lang="en-US" dirty="0"/>
              <a:t>, 2026)</a:t>
            </a:r>
          </a:p>
          <a:p>
            <a:pPr lvl="1"/>
            <a:r>
              <a:rPr lang="en-US" dirty="0"/>
              <a:t>NEXRAD ground radar archive is utilized to compare with Sentinel-1 data. (Colin &amp; Husson, 2025, p. 1).</a:t>
            </a:r>
          </a:p>
          <a:p>
            <a:pPr lvl="1"/>
            <a:r>
              <a:rPr lang="en-US" dirty="0"/>
              <a:t>This training procedure is created to biased towards scarce meteorological events and increase the wind speed range that is  ready for precipitation detection. (Colin &amp; Husson, 2025, p. 15).</a:t>
            </a:r>
          </a:p>
          <a:p>
            <a:endParaRPr lang="en-US" dirty="0"/>
          </a:p>
        </p:txBody>
      </p:sp>
    </p:spTree>
    <p:extLst>
      <p:ext uri="{BB962C8B-B14F-4D97-AF65-F5344CB8AC3E}">
        <p14:creationId xmlns:p14="http://schemas.microsoft.com/office/powerpoint/2010/main" val="2657746759"/>
      </p:ext>
    </p:extLst>
  </p:cSld>
  <p:clrMapOvr>
    <a:masterClrMapping/>
  </p:clrMapOvr>
  <mc:AlternateContent xmlns:mc="http://schemas.openxmlformats.org/markup-compatibility/2006" xmlns:p14="http://schemas.microsoft.com/office/powerpoint/2010/main">
    <mc:Choice Requires="p14">
      <p:transition spd="slow" p14:dur="800" advClick="0" advTm="32000">
        <p:circle/>
      </p:transition>
    </mc:Choice>
    <mc:Fallback xmlns="">
      <p:transition spd="slow" advClick="0" advTm="32000">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51C656-E941-4448-D3FC-9926860CE8AF}"/>
              </a:ext>
            </a:extLst>
          </p:cNvPr>
          <p:cNvPicPr>
            <a:picLocks noGrp="1" noChangeAspect="1"/>
          </p:cNvPicPr>
          <p:nvPr>
            <p:ph idx="1"/>
          </p:nvPr>
        </p:nvPicPr>
        <p:blipFill>
          <a:blip r:embed="rId2"/>
          <a:stretch>
            <a:fillRect/>
          </a:stretch>
        </p:blipFill>
        <p:spPr>
          <a:xfrm>
            <a:off x="580494" y="172096"/>
            <a:ext cx="5057034" cy="6503031"/>
          </a:xfrm>
          <a:prstGeom prst="rect">
            <a:avLst/>
          </a:prstGeom>
        </p:spPr>
      </p:pic>
      <p:pic>
        <p:nvPicPr>
          <p:cNvPr id="7" name="Picture 6">
            <a:extLst>
              <a:ext uri="{FF2B5EF4-FFF2-40B4-BE49-F238E27FC236}">
                <a16:creationId xmlns:a16="http://schemas.microsoft.com/office/drawing/2014/main" id="{1294F5EF-B7E5-07A2-C52B-AD7E079FA0D9}"/>
              </a:ext>
            </a:extLst>
          </p:cNvPr>
          <p:cNvPicPr>
            <a:picLocks noChangeAspect="1"/>
          </p:cNvPicPr>
          <p:nvPr/>
        </p:nvPicPr>
        <p:blipFill>
          <a:blip r:embed="rId3"/>
          <a:stretch>
            <a:fillRect/>
          </a:stretch>
        </p:blipFill>
        <p:spPr>
          <a:xfrm>
            <a:off x="6896182" y="0"/>
            <a:ext cx="4627225" cy="6503031"/>
          </a:xfrm>
          <a:prstGeom prst="rect">
            <a:avLst/>
          </a:prstGeom>
        </p:spPr>
      </p:pic>
      <p:sp>
        <p:nvSpPr>
          <p:cNvPr id="9" name="TextBox 8">
            <a:extLst>
              <a:ext uri="{FF2B5EF4-FFF2-40B4-BE49-F238E27FC236}">
                <a16:creationId xmlns:a16="http://schemas.microsoft.com/office/drawing/2014/main" id="{7517861C-0646-DC82-7A5B-B29264B528E0}"/>
              </a:ext>
            </a:extLst>
          </p:cNvPr>
          <p:cNvSpPr txBox="1"/>
          <p:nvPr/>
        </p:nvSpPr>
        <p:spPr>
          <a:xfrm>
            <a:off x="3109011" y="6118952"/>
            <a:ext cx="1863389" cy="261610"/>
          </a:xfrm>
          <a:prstGeom prst="rect">
            <a:avLst/>
          </a:prstGeom>
          <a:noFill/>
        </p:spPr>
        <p:txBody>
          <a:bodyPr wrap="square">
            <a:spAutoFit/>
          </a:bodyPr>
          <a:lstStyle/>
          <a:p>
            <a:r>
              <a:rPr lang="en-US" sz="1050" b="0" i="0" dirty="0">
                <a:solidFill>
                  <a:srgbClr val="333333"/>
                </a:solidFill>
                <a:effectLst/>
                <a:latin typeface="lato-regular"/>
              </a:rPr>
              <a:t>(Colin &amp; Husson, 2025, p. 8).</a:t>
            </a:r>
            <a:endParaRPr lang="en-US" sz="1050" dirty="0"/>
          </a:p>
        </p:txBody>
      </p:sp>
      <p:sp>
        <p:nvSpPr>
          <p:cNvPr id="11" name="TextBox 10">
            <a:extLst>
              <a:ext uri="{FF2B5EF4-FFF2-40B4-BE49-F238E27FC236}">
                <a16:creationId xmlns:a16="http://schemas.microsoft.com/office/drawing/2014/main" id="{6AA8527B-1C3F-90A7-604F-483B699C4FBC}"/>
              </a:ext>
            </a:extLst>
          </p:cNvPr>
          <p:cNvSpPr txBox="1"/>
          <p:nvPr/>
        </p:nvSpPr>
        <p:spPr>
          <a:xfrm>
            <a:off x="8573729" y="6548169"/>
            <a:ext cx="1863389" cy="253916"/>
          </a:xfrm>
          <a:prstGeom prst="rect">
            <a:avLst/>
          </a:prstGeom>
          <a:noFill/>
        </p:spPr>
        <p:txBody>
          <a:bodyPr wrap="square">
            <a:spAutoFit/>
          </a:bodyPr>
          <a:lstStyle/>
          <a:p>
            <a:r>
              <a:rPr lang="en-US" sz="1000" dirty="0"/>
              <a:t>(Colin &amp; Husson, 2025, p. 9)</a:t>
            </a:r>
          </a:p>
        </p:txBody>
      </p:sp>
    </p:spTree>
    <p:extLst>
      <p:ext uri="{BB962C8B-B14F-4D97-AF65-F5344CB8AC3E}">
        <p14:creationId xmlns:p14="http://schemas.microsoft.com/office/powerpoint/2010/main" val="812735817"/>
      </p:ext>
    </p:extLst>
  </p:cSld>
  <p:clrMapOvr>
    <a:masterClrMapping/>
  </p:clrMapOvr>
  <p:transition spd="med" advClick="0" advTm="32000">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4E28-5597-297A-AE5D-F16D255945CB}"/>
              </a:ext>
            </a:extLst>
          </p:cNvPr>
          <p:cNvSpPr>
            <a:spLocks noGrp="1"/>
          </p:cNvSpPr>
          <p:nvPr>
            <p:ph type="title"/>
          </p:nvPr>
        </p:nvSpPr>
        <p:spPr/>
        <p:txBody>
          <a:bodyPr/>
          <a:lstStyle/>
          <a:p>
            <a:pPr algn="ctr"/>
            <a:r>
              <a:rPr lang="en-US" dirty="0"/>
              <a:t>Methods Used in Research</a:t>
            </a:r>
          </a:p>
        </p:txBody>
      </p:sp>
      <p:sp>
        <p:nvSpPr>
          <p:cNvPr id="3" name="Content Placeholder 2">
            <a:extLst>
              <a:ext uri="{FF2B5EF4-FFF2-40B4-BE49-F238E27FC236}">
                <a16:creationId xmlns:a16="http://schemas.microsoft.com/office/drawing/2014/main" id="{83C2D927-990A-410A-59AE-9D4C8EC542F1}"/>
              </a:ext>
            </a:extLst>
          </p:cNvPr>
          <p:cNvSpPr>
            <a:spLocks noGrp="1"/>
          </p:cNvSpPr>
          <p:nvPr>
            <p:ph idx="1"/>
          </p:nvPr>
        </p:nvSpPr>
        <p:spPr/>
        <p:txBody>
          <a:bodyPr>
            <a:normAutofit/>
          </a:bodyPr>
          <a:lstStyle/>
          <a:p>
            <a:r>
              <a:rPr lang="en-US" dirty="0"/>
              <a:t>Data: 29,369 observations from Sentinel-1 and NEXRAD made on July 27, 2015, all the way to the date of April 29, 2023 (Colin &amp; Husson, 2025, p. 2).</a:t>
            </a:r>
          </a:p>
          <a:p>
            <a:r>
              <a:rPr lang="en-US" dirty="0"/>
              <a:t>This is adjusted in a Multiobjective framework to decrease the discrepancies between  both sensors. (Colin &amp; Husson, 2025, p. 1).</a:t>
            </a:r>
          </a:p>
          <a:p>
            <a:r>
              <a:rPr lang="en-US" dirty="0"/>
              <a:t>It over represents high wind speeds to train on them to stress test and improve the model for high wind speeds. (Colin &amp; Husson, 2025, p. 2).</a:t>
            </a:r>
          </a:p>
          <a:p>
            <a:r>
              <a:rPr lang="en-US" dirty="0"/>
              <a:t>Uses convolutional model deep learning model(Neural Network that uses 3-D data for image classifying, and to recognize objects) based around precipitation rate predictions. (Colin &amp; Husson, 2025, p. 2).</a:t>
            </a:r>
          </a:p>
          <a:p>
            <a:r>
              <a:rPr lang="en-US" dirty="0"/>
              <a:t>Rainfall Regression in 25 km by 25 </a:t>
            </a:r>
            <a:r>
              <a:rPr lang="en-US"/>
              <a:t>km Patches. </a:t>
            </a:r>
            <a:r>
              <a:rPr lang="en-US" dirty="0"/>
              <a:t>(Colin &amp; Husson, 2025, p. 3)</a:t>
            </a:r>
          </a:p>
          <a:p>
            <a:endParaRPr lang="en-US" dirty="0"/>
          </a:p>
          <a:p>
            <a:pPr lvl="1"/>
            <a:endParaRPr lang="en-US" dirty="0"/>
          </a:p>
        </p:txBody>
      </p:sp>
    </p:spTree>
    <p:extLst>
      <p:ext uri="{BB962C8B-B14F-4D97-AF65-F5344CB8AC3E}">
        <p14:creationId xmlns:p14="http://schemas.microsoft.com/office/powerpoint/2010/main" val="3717985634"/>
      </p:ext>
    </p:extLst>
  </p:cSld>
  <p:clrMapOvr>
    <a:masterClrMapping/>
  </p:clrMapOvr>
  <mc:AlternateContent xmlns:mc="http://schemas.openxmlformats.org/markup-compatibility/2006" xmlns:p14="http://schemas.microsoft.com/office/powerpoint/2010/main">
    <mc:Choice Requires="p14">
      <p:transition spd="slow" advClick="0" advTm="32000">
        <p14:flash/>
      </p:transition>
    </mc:Choice>
    <mc:Fallback xmlns="">
      <p:transition spd="slow" advClick="0" advTm="3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41665-AC1B-5DBA-5E83-01458D390ACF}"/>
              </a:ext>
            </a:extLst>
          </p:cNvPr>
          <p:cNvSpPr>
            <a:spLocks noGrp="1"/>
          </p:cNvSpPr>
          <p:nvPr>
            <p:ph type="title"/>
          </p:nvPr>
        </p:nvSpPr>
        <p:spPr/>
        <p:txBody>
          <a:bodyPr/>
          <a:lstStyle/>
          <a:p>
            <a:pPr algn="ctr"/>
            <a:r>
              <a:rPr lang="en-US" dirty="0"/>
              <a:t>The Dataset</a:t>
            </a:r>
          </a:p>
        </p:txBody>
      </p:sp>
      <p:pic>
        <p:nvPicPr>
          <p:cNvPr id="5" name="Content Placeholder 4">
            <a:extLst>
              <a:ext uri="{FF2B5EF4-FFF2-40B4-BE49-F238E27FC236}">
                <a16:creationId xmlns:a16="http://schemas.microsoft.com/office/drawing/2014/main" id="{FBCE054B-3CDF-7560-79FE-081E7B83F5C3}"/>
              </a:ext>
            </a:extLst>
          </p:cNvPr>
          <p:cNvPicPr>
            <a:picLocks noGrp="1" noChangeAspect="1"/>
          </p:cNvPicPr>
          <p:nvPr>
            <p:ph idx="1"/>
          </p:nvPr>
        </p:nvPicPr>
        <p:blipFill>
          <a:blip r:embed="rId2"/>
          <a:stretch>
            <a:fillRect/>
          </a:stretch>
        </p:blipFill>
        <p:spPr>
          <a:xfrm>
            <a:off x="838200" y="2170624"/>
            <a:ext cx="4791051" cy="2993616"/>
          </a:xfrm>
          <a:prstGeom prst="rect">
            <a:avLst/>
          </a:prstGeom>
        </p:spPr>
      </p:pic>
      <p:pic>
        <p:nvPicPr>
          <p:cNvPr id="7" name="Picture 6">
            <a:extLst>
              <a:ext uri="{FF2B5EF4-FFF2-40B4-BE49-F238E27FC236}">
                <a16:creationId xmlns:a16="http://schemas.microsoft.com/office/drawing/2014/main" id="{ED59C758-8829-F771-B1D7-270FAC18AB48}"/>
              </a:ext>
            </a:extLst>
          </p:cNvPr>
          <p:cNvPicPr>
            <a:picLocks noChangeAspect="1"/>
          </p:cNvPicPr>
          <p:nvPr/>
        </p:nvPicPr>
        <p:blipFill>
          <a:blip r:embed="rId3"/>
          <a:stretch>
            <a:fillRect/>
          </a:stretch>
        </p:blipFill>
        <p:spPr>
          <a:xfrm>
            <a:off x="6607278" y="2170624"/>
            <a:ext cx="4880237" cy="2943139"/>
          </a:xfrm>
          <a:prstGeom prst="rect">
            <a:avLst/>
          </a:prstGeom>
        </p:spPr>
      </p:pic>
      <p:sp>
        <p:nvSpPr>
          <p:cNvPr id="9" name="TextBox 8">
            <a:extLst>
              <a:ext uri="{FF2B5EF4-FFF2-40B4-BE49-F238E27FC236}">
                <a16:creationId xmlns:a16="http://schemas.microsoft.com/office/drawing/2014/main" id="{2F36E67A-D114-5BC0-35E5-043D05D81F5F}"/>
              </a:ext>
            </a:extLst>
          </p:cNvPr>
          <p:cNvSpPr txBox="1"/>
          <p:nvPr/>
        </p:nvSpPr>
        <p:spPr>
          <a:xfrm>
            <a:off x="1425677" y="5246265"/>
            <a:ext cx="6096000" cy="369332"/>
          </a:xfrm>
          <a:prstGeom prst="rect">
            <a:avLst/>
          </a:prstGeom>
          <a:noFill/>
        </p:spPr>
        <p:txBody>
          <a:bodyPr wrap="square">
            <a:spAutoFit/>
          </a:bodyPr>
          <a:lstStyle/>
          <a:p>
            <a:r>
              <a:rPr lang="en-US" b="0" i="0" dirty="0">
                <a:effectLst/>
                <a:latin typeface="lato-regular"/>
              </a:rPr>
              <a:t>(Colin &amp; Husson, 2025, p. 4).</a:t>
            </a:r>
            <a:endParaRPr lang="en-US" dirty="0"/>
          </a:p>
        </p:txBody>
      </p:sp>
      <p:sp>
        <p:nvSpPr>
          <p:cNvPr id="10" name="TextBox 9">
            <a:extLst>
              <a:ext uri="{FF2B5EF4-FFF2-40B4-BE49-F238E27FC236}">
                <a16:creationId xmlns:a16="http://schemas.microsoft.com/office/drawing/2014/main" id="{590B342F-1E2A-7771-825F-67BF7640E639}"/>
              </a:ext>
            </a:extLst>
          </p:cNvPr>
          <p:cNvSpPr txBox="1"/>
          <p:nvPr/>
        </p:nvSpPr>
        <p:spPr>
          <a:xfrm>
            <a:off x="7821561" y="5061599"/>
            <a:ext cx="6096000" cy="369332"/>
          </a:xfrm>
          <a:prstGeom prst="rect">
            <a:avLst/>
          </a:prstGeom>
          <a:noFill/>
        </p:spPr>
        <p:txBody>
          <a:bodyPr wrap="square">
            <a:spAutoFit/>
          </a:bodyPr>
          <a:lstStyle/>
          <a:p>
            <a:r>
              <a:rPr lang="en-US" b="0" i="0" dirty="0">
                <a:effectLst/>
                <a:latin typeface="lato-regular"/>
              </a:rPr>
              <a:t>(Colin &amp; Husson, 2025, p. 4).</a:t>
            </a:r>
            <a:endParaRPr lang="en-US" dirty="0"/>
          </a:p>
        </p:txBody>
      </p:sp>
    </p:spTree>
    <p:extLst>
      <p:ext uri="{BB962C8B-B14F-4D97-AF65-F5344CB8AC3E}">
        <p14:creationId xmlns:p14="http://schemas.microsoft.com/office/powerpoint/2010/main" val="38064434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2000">
        <p15:prstTrans prst="fallOver"/>
      </p:transition>
    </mc:Choice>
    <mc:Fallback xmlns="">
      <p:transition spd="slow" advClick="0" advTm="3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F0709F-621C-B823-A6CC-B8DD1B7F4B54}"/>
              </a:ext>
            </a:extLst>
          </p:cNvPr>
          <p:cNvPicPr>
            <a:picLocks noGrp="1" noChangeAspect="1"/>
          </p:cNvPicPr>
          <p:nvPr>
            <p:ph idx="1"/>
          </p:nvPr>
        </p:nvPicPr>
        <p:blipFill>
          <a:blip r:embed="rId2"/>
          <a:stretch>
            <a:fillRect/>
          </a:stretch>
        </p:blipFill>
        <p:spPr>
          <a:xfrm>
            <a:off x="100781" y="101399"/>
            <a:ext cx="3979606" cy="6655201"/>
          </a:xfrm>
          <a:prstGeom prst="rect">
            <a:avLst/>
          </a:prstGeom>
        </p:spPr>
      </p:pic>
      <p:pic>
        <p:nvPicPr>
          <p:cNvPr id="7" name="Picture 6">
            <a:extLst>
              <a:ext uri="{FF2B5EF4-FFF2-40B4-BE49-F238E27FC236}">
                <a16:creationId xmlns:a16="http://schemas.microsoft.com/office/drawing/2014/main" id="{C83E489B-370C-8CF5-1B71-9F5523EEC50A}"/>
              </a:ext>
            </a:extLst>
          </p:cNvPr>
          <p:cNvPicPr>
            <a:picLocks noChangeAspect="1"/>
          </p:cNvPicPr>
          <p:nvPr/>
        </p:nvPicPr>
        <p:blipFill>
          <a:blip r:embed="rId3"/>
          <a:stretch>
            <a:fillRect/>
          </a:stretch>
        </p:blipFill>
        <p:spPr>
          <a:xfrm>
            <a:off x="8475406" y="0"/>
            <a:ext cx="3716594" cy="6773173"/>
          </a:xfrm>
          <a:prstGeom prst="rect">
            <a:avLst/>
          </a:prstGeom>
        </p:spPr>
      </p:pic>
      <p:sp>
        <p:nvSpPr>
          <p:cNvPr id="9" name="TextBox 8">
            <a:extLst>
              <a:ext uri="{FF2B5EF4-FFF2-40B4-BE49-F238E27FC236}">
                <a16:creationId xmlns:a16="http://schemas.microsoft.com/office/drawing/2014/main" id="{3D5DA1C4-DCF2-4A9A-3535-51BED8673B1E}"/>
              </a:ext>
            </a:extLst>
          </p:cNvPr>
          <p:cNvSpPr txBox="1"/>
          <p:nvPr/>
        </p:nvSpPr>
        <p:spPr>
          <a:xfrm>
            <a:off x="4080387" y="6166973"/>
            <a:ext cx="3048000" cy="369332"/>
          </a:xfrm>
          <a:prstGeom prst="rect">
            <a:avLst/>
          </a:prstGeom>
          <a:noFill/>
        </p:spPr>
        <p:txBody>
          <a:bodyPr wrap="square">
            <a:spAutoFit/>
          </a:bodyPr>
          <a:lstStyle/>
          <a:p>
            <a:r>
              <a:rPr lang="en-US" dirty="0"/>
              <a:t>(Colin &amp; Husson, 2025, p. 6).</a:t>
            </a:r>
          </a:p>
        </p:txBody>
      </p:sp>
      <p:sp>
        <p:nvSpPr>
          <p:cNvPr id="11" name="TextBox 10">
            <a:extLst>
              <a:ext uri="{FF2B5EF4-FFF2-40B4-BE49-F238E27FC236}">
                <a16:creationId xmlns:a16="http://schemas.microsoft.com/office/drawing/2014/main" id="{FA394036-A842-97AF-ED36-EB4ABDEA71FF}"/>
              </a:ext>
            </a:extLst>
          </p:cNvPr>
          <p:cNvSpPr txBox="1"/>
          <p:nvPr/>
        </p:nvSpPr>
        <p:spPr>
          <a:xfrm>
            <a:off x="5309419" y="3201920"/>
            <a:ext cx="3165987" cy="369332"/>
          </a:xfrm>
          <a:prstGeom prst="rect">
            <a:avLst/>
          </a:prstGeom>
          <a:noFill/>
        </p:spPr>
        <p:txBody>
          <a:bodyPr wrap="square">
            <a:spAutoFit/>
          </a:bodyPr>
          <a:lstStyle/>
          <a:p>
            <a:r>
              <a:rPr lang="en-US" dirty="0"/>
              <a:t>(Colin &amp; Husson, 2025, p. 12).</a:t>
            </a:r>
          </a:p>
        </p:txBody>
      </p:sp>
    </p:spTree>
    <p:extLst>
      <p:ext uri="{BB962C8B-B14F-4D97-AF65-F5344CB8AC3E}">
        <p14:creationId xmlns:p14="http://schemas.microsoft.com/office/powerpoint/2010/main" val="16760961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2000">
        <p15:prstTrans prst="drape"/>
      </p:transition>
    </mc:Choice>
    <mc:Fallback xmlns="">
      <p:transition spd="slow" advClick="0" advTm="3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A3A7B-4136-C445-F982-F62E85BB732F}"/>
              </a:ext>
            </a:extLst>
          </p:cNvPr>
          <p:cNvSpPr>
            <a:spLocks noGrp="1"/>
          </p:cNvSpPr>
          <p:nvPr>
            <p:ph type="title"/>
          </p:nvPr>
        </p:nvSpPr>
        <p:spPr/>
        <p:txBody>
          <a:bodyPr/>
          <a:lstStyle/>
          <a:p>
            <a:pPr algn="ctr"/>
            <a:r>
              <a:rPr lang="en-US" dirty="0"/>
              <a:t>Results</a:t>
            </a:r>
          </a:p>
        </p:txBody>
      </p:sp>
      <p:sp>
        <p:nvSpPr>
          <p:cNvPr id="3" name="Content Placeholder 2">
            <a:extLst>
              <a:ext uri="{FF2B5EF4-FFF2-40B4-BE49-F238E27FC236}">
                <a16:creationId xmlns:a16="http://schemas.microsoft.com/office/drawing/2014/main" id="{1449CADE-F5DC-D475-4761-4D725641143F}"/>
              </a:ext>
            </a:extLst>
          </p:cNvPr>
          <p:cNvSpPr>
            <a:spLocks noGrp="1"/>
          </p:cNvSpPr>
          <p:nvPr>
            <p:ph idx="1"/>
          </p:nvPr>
        </p:nvSpPr>
        <p:spPr/>
        <p:txBody>
          <a:bodyPr/>
          <a:lstStyle/>
          <a:p>
            <a:r>
              <a:rPr lang="en-US" dirty="0"/>
              <a:t>By adding on improvements and more inputs to training the rainfall model and imaging, the resulting model shows enhanced accuracy in precipitation estimates and the ability to extend its performance to scenarios to a maximum efficiency of 15 m s ^-1. (Colin &amp; Husson, 2025, p. 16)</a:t>
            </a:r>
          </a:p>
          <a:p>
            <a:r>
              <a:rPr lang="en-US" dirty="0"/>
              <a:t>The performance remains good before wind speeds gets to 15 m s ^-1. (Colin &amp; Husson, 2025, p. 16)</a:t>
            </a:r>
          </a:p>
          <a:p>
            <a:endParaRPr lang="en-US" dirty="0"/>
          </a:p>
        </p:txBody>
      </p:sp>
    </p:spTree>
    <p:extLst>
      <p:ext uri="{BB962C8B-B14F-4D97-AF65-F5344CB8AC3E}">
        <p14:creationId xmlns:p14="http://schemas.microsoft.com/office/powerpoint/2010/main" val="461766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Click="0" advTm="32000">
        <p15:prstTrans prst="curtains"/>
      </p:transition>
    </mc:Choice>
    <mc:Fallback xmlns="">
      <p:transition spd="slow" advClick="0" advTm="3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A59218-84D0-0A99-E35E-FA19DA841806}"/>
              </a:ext>
            </a:extLst>
          </p:cNvPr>
          <p:cNvPicPr>
            <a:picLocks noGrp="1" noChangeAspect="1"/>
          </p:cNvPicPr>
          <p:nvPr>
            <p:ph idx="1"/>
          </p:nvPr>
        </p:nvPicPr>
        <p:blipFill>
          <a:blip r:embed="rId2"/>
          <a:stretch>
            <a:fillRect/>
          </a:stretch>
        </p:blipFill>
        <p:spPr>
          <a:xfrm>
            <a:off x="2764226" y="0"/>
            <a:ext cx="6663548" cy="3283360"/>
          </a:xfrm>
          <a:prstGeom prst="rect">
            <a:avLst/>
          </a:prstGeom>
        </p:spPr>
      </p:pic>
      <p:pic>
        <p:nvPicPr>
          <p:cNvPr id="7" name="Picture 6">
            <a:extLst>
              <a:ext uri="{FF2B5EF4-FFF2-40B4-BE49-F238E27FC236}">
                <a16:creationId xmlns:a16="http://schemas.microsoft.com/office/drawing/2014/main" id="{41DB34BF-CBDB-5D5A-ADAF-3CBDE32FD402}"/>
              </a:ext>
            </a:extLst>
          </p:cNvPr>
          <p:cNvPicPr>
            <a:picLocks noChangeAspect="1"/>
          </p:cNvPicPr>
          <p:nvPr/>
        </p:nvPicPr>
        <p:blipFill>
          <a:blip r:embed="rId3"/>
          <a:stretch>
            <a:fillRect/>
          </a:stretch>
        </p:blipFill>
        <p:spPr>
          <a:xfrm>
            <a:off x="2461705" y="3497920"/>
            <a:ext cx="7268589" cy="3067478"/>
          </a:xfrm>
          <a:prstGeom prst="rect">
            <a:avLst/>
          </a:prstGeom>
        </p:spPr>
      </p:pic>
      <p:sp>
        <p:nvSpPr>
          <p:cNvPr id="9" name="TextBox 8">
            <a:extLst>
              <a:ext uri="{FF2B5EF4-FFF2-40B4-BE49-F238E27FC236}">
                <a16:creationId xmlns:a16="http://schemas.microsoft.com/office/drawing/2014/main" id="{B2999B46-8892-1ED9-5880-6B5B0452345B}"/>
              </a:ext>
            </a:extLst>
          </p:cNvPr>
          <p:cNvSpPr txBox="1"/>
          <p:nvPr/>
        </p:nvSpPr>
        <p:spPr>
          <a:xfrm>
            <a:off x="483142" y="15603"/>
            <a:ext cx="2281084" cy="276999"/>
          </a:xfrm>
          <a:prstGeom prst="rect">
            <a:avLst/>
          </a:prstGeom>
          <a:noFill/>
        </p:spPr>
        <p:txBody>
          <a:bodyPr wrap="square">
            <a:spAutoFit/>
          </a:bodyPr>
          <a:lstStyle/>
          <a:p>
            <a:r>
              <a:rPr lang="en-US" sz="1200" b="0" i="0" dirty="0">
                <a:solidFill>
                  <a:schemeClr val="bg2"/>
                </a:solidFill>
                <a:effectLst/>
                <a:latin typeface="lato-regular"/>
              </a:rPr>
              <a:t>(Colin &amp; Husson, 2025, p. 10).</a:t>
            </a:r>
            <a:endParaRPr lang="en-US" sz="1200" dirty="0">
              <a:solidFill>
                <a:schemeClr val="bg2"/>
              </a:solidFill>
            </a:endParaRPr>
          </a:p>
        </p:txBody>
      </p:sp>
      <p:sp>
        <p:nvSpPr>
          <p:cNvPr id="11" name="TextBox 10">
            <a:extLst>
              <a:ext uri="{FF2B5EF4-FFF2-40B4-BE49-F238E27FC236}">
                <a16:creationId xmlns:a16="http://schemas.microsoft.com/office/drawing/2014/main" id="{EB9801FD-2A37-3F6D-422D-81BDC590D04F}"/>
              </a:ext>
            </a:extLst>
          </p:cNvPr>
          <p:cNvSpPr txBox="1"/>
          <p:nvPr/>
        </p:nvSpPr>
        <p:spPr>
          <a:xfrm>
            <a:off x="9730294" y="6303788"/>
            <a:ext cx="1995948" cy="261610"/>
          </a:xfrm>
          <a:prstGeom prst="rect">
            <a:avLst/>
          </a:prstGeom>
          <a:noFill/>
        </p:spPr>
        <p:txBody>
          <a:bodyPr wrap="square">
            <a:spAutoFit/>
          </a:bodyPr>
          <a:lstStyle/>
          <a:p>
            <a:r>
              <a:rPr lang="en-US" sz="1100" dirty="0"/>
              <a:t>(Colin &amp; Husson, 2025, p. 11).</a:t>
            </a:r>
          </a:p>
        </p:txBody>
      </p:sp>
    </p:spTree>
    <p:extLst>
      <p:ext uri="{BB962C8B-B14F-4D97-AF65-F5344CB8AC3E}">
        <p14:creationId xmlns:p14="http://schemas.microsoft.com/office/powerpoint/2010/main" val="904020442"/>
      </p:ext>
    </p:extLst>
  </p:cSld>
  <p:clrMapOvr>
    <a:masterClrMapping/>
  </p:clrMapOvr>
  <mc:AlternateContent xmlns:mc="http://schemas.openxmlformats.org/markup-compatibility/2006" xmlns:p14="http://schemas.microsoft.com/office/powerpoint/2010/main">
    <mc:Choice Requires="p14">
      <p:transition spd="slow" p14:dur="4000" advClick="0" advTm="32000">
        <p14:vortex dir="r"/>
      </p:transition>
    </mc:Choice>
    <mc:Fallback xmlns="">
      <p:transition spd="slow" advClick="0" advTm="3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82F0-0DB4-98D2-107A-2BF25FC13606}"/>
              </a:ext>
            </a:extLst>
          </p:cNvPr>
          <p:cNvSpPr>
            <a:spLocks noGrp="1"/>
          </p:cNvSpPr>
          <p:nvPr>
            <p:ph type="title"/>
          </p:nvPr>
        </p:nvSpPr>
        <p:spPr>
          <a:xfrm>
            <a:off x="2984090" y="180459"/>
            <a:ext cx="8610600" cy="1293028"/>
          </a:xfrm>
        </p:spPr>
        <p:txBody>
          <a:bodyPr/>
          <a:lstStyle/>
          <a:p>
            <a:pPr algn="ctr"/>
            <a:r>
              <a:rPr lang="en-US" dirty="0"/>
              <a:t>Precipitation Predictions</a:t>
            </a:r>
          </a:p>
        </p:txBody>
      </p:sp>
      <p:pic>
        <p:nvPicPr>
          <p:cNvPr id="5" name="Content Placeholder 4">
            <a:extLst>
              <a:ext uri="{FF2B5EF4-FFF2-40B4-BE49-F238E27FC236}">
                <a16:creationId xmlns:a16="http://schemas.microsoft.com/office/drawing/2014/main" id="{99B9DC0B-64F0-731E-0A35-2ECAD2785EA2}"/>
              </a:ext>
            </a:extLst>
          </p:cNvPr>
          <p:cNvPicPr>
            <a:picLocks noGrp="1" noChangeAspect="1"/>
          </p:cNvPicPr>
          <p:nvPr>
            <p:ph idx="1"/>
          </p:nvPr>
        </p:nvPicPr>
        <p:blipFill>
          <a:blip r:embed="rId2"/>
          <a:stretch>
            <a:fillRect/>
          </a:stretch>
        </p:blipFill>
        <p:spPr>
          <a:xfrm>
            <a:off x="1479455" y="1366683"/>
            <a:ext cx="9374407" cy="4847867"/>
          </a:xfrm>
          <a:prstGeom prst="rect">
            <a:avLst/>
          </a:prstGeom>
        </p:spPr>
      </p:pic>
      <p:sp>
        <p:nvSpPr>
          <p:cNvPr id="7" name="TextBox 6">
            <a:extLst>
              <a:ext uri="{FF2B5EF4-FFF2-40B4-BE49-F238E27FC236}">
                <a16:creationId xmlns:a16="http://schemas.microsoft.com/office/drawing/2014/main" id="{011C3DCA-EDFF-2701-D595-AA015E0D6B39}"/>
              </a:ext>
            </a:extLst>
          </p:cNvPr>
          <p:cNvSpPr txBox="1"/>
          <p:nvPr/>
        </p:nvSpPr>
        <p:spPr>
          <a:xfrm>
            <a:off x="5014451" y="6308209"/>
            <a:ext cx="3313471" cy="369332"/>
          </a:xfrm>
          <a:prstGeom prst="rect">
            <a:avLst/>
          </a:prstGeom>
          <a:noFill/>
        </p:spPr>
        <p:txBody>
          <a:bodyPr wrap="square">
            <a:spAutoFit/>
          </a:bodyPr>
          <a:lstStyle/>
          <a:p>
            <a:r>
              <a:rPr lang="en-US" dirty="0"/>
              <a:t>(Colin &amp; Husson, 2025, p. 7).</a:t>
            </a:r>
          </a:p>
        </p:txBody>
      </p:sp>
    </p:spTree>
    <p:extLst>
      <p:ext uri="{BB962C8B-B14F-4D97-AF65-F5344CB8AC3E}">
        <p14:creationId xmlns:p14="http://schemas.microsoft.com/office/powerpoint/2010/main" val="2105118025"/>
      </p:ext>
    </p:extLst>
  </p:cSld>
  <p:clrMapOvr>
    <a:masterClrMapping/>
  </p:clrMapOvr>
  <mc:AlternateContent xmlns:mc="http://schemas.openxmlformats.org/markup-compatibility/2006" xmlns:p14="http://schemas.microsoft.com/office/powerpoint/2010/main">
    <mc:Choice Requires="p14">
      <p:transition spd="slow" p14:dur="1500" advClick="0" advTm="32000">
        <p:random/>
      </p:transition>
    </mc:Choice>
    <mc:Fallback xmlns="">
      <p:transition spd="slow" advClick="0" advTm="32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767EF-A13F-CE2D-0414-60B0AAA00087}"/>
              </a:ext>
            </a:extLst>
          </p:cNvPr>
          <p:cNvSpPr>
            <a:spLocks noGrp="1"/>
          </p:cNvSpPr>
          <p:nvPr>
            <p:ph type="title"/>
          </p:nvPr>
        </p:nvSpPr>
        <p:spPr/>
        <p:txBody>
          <a:bodyPr/>
          <a:lstStyle/>
          <a:p>
            <a:pPr algn="ctr"/>
            <a:r>
              <a:rPr lang="en-US" dirty="0"/>
              <a:t>Other Possible Applications</a:t>
            </a:r>
          </a:p>
        </p:txBody>
      </p:sp>
      <p:sp>
        <p:nvSpPr>
          <p:cNvPr id="3" name="Content Placeholder 2">
            <a:extLst>
              <a:ext uri="{FF2B5EF4-FFF2-40B4-BE49-F238E27FC236}">
                <a16:creationId xmlns:a16="http://schemas.microsoft.com/office/drawing/2014/main" id="{ED546039-5DF4-4FE6-91CA-150D655D3D59}"/>
              </a:ext>
            </a:extLst>
          </p:cNvPr>
          <p:cNvSpPr>
            <a:spLocks noGrp="1"/>
          </p:cNvSpPr>
          <p:nvPr>
            <p:ph idx="1"/>
          </p:nvPr>
        </p:nvSpPr>
        <p:spPr/>
        <p:txBody>
          <a:bodyPr/>
          <a:lstStyle/>
          <a:p>
            <a:r>
              <a:rPr lang="en-US" dirty="0"/>
              <a:t>Military weather condition prediction system for military operations. </a:t>
            </a:r>
          </a:p>
          <a:p>
            <a:r>
              <a:rPr lang="en-US" dirty="0"/>
              <a:t>Airport early warning system for rain, and the need for extra maintenance, ground crew preparation, etc.</a:t>
            </a:r>
          </a:p>
          <a:p>
            <a:r>
              <a:rPr lang="en-US" dirty="0"/>
              <a:t>Flood Detection for coastal cities. </a:t>
            </a:r>
          </a:p>
          <a:p>
            <a:r>
              <a:rPr lang="en-US" dirty="0"/>
              <a:t>Climate change related analysis with regards to its impact on rainfall in different places around  the globe.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140281"/>
      </p:ext>
    </p:extLst>
  </p:cSld>
  <p:clrMapOvr>
    <a:masterClrMapping/>
  </p:clrMapOvr>
  <mc:AlternateContent xmlns:mc="http://schemas.openxmlformats.org/markup-compatibility/2006" xmlns:p14="http://schemas.microsoft.com/office/powerpoint/2010/main">
    <mc:Choice Requires="p14">
      <p:transition spd="slow" p14:dur="800" advClick="0" advTm="32000">
        <p14:flythrough/>
      </p:transition>
    </mc:Choice>
    <mc:Fallback xmlns="">
      <p:transition spd="slow" advClick="0" advTm="32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A0C6-C8CD-6F94-B2D9-7EC96DDB6724}"/>
              </a:ext>
            </a:extLst>
          </p:cNvPr>
          <p:cNvSpPr>
            <a:spLocks noGrp="1"/>
          </p:cNvSpPr>
          <p:nvPr>
            <p:ph type="title"/>
          </p:nvPr>
        </p:nvSpPr>
        <p:spPr/>
        <p:txBody>
          <a:bodyPr/>
          <a:lstStyle/>
          <a:p>
            <a:pPr algn="ctr"/>
            <a:r>
              <a:rPr lang="en-US" dirty="0"/>
              <a:t>APA Citations</a:t>
            </a:r>
          </a:p>
        </p:txBody>
      </p:sp>
      <p:sp>
        <p:nvSpPr>
          <p:cNvPr id="3" name="Content Placeholder 2">
            <a:extLst>
              <a:ext uri="{FF2B5EF4-FFF2-40B4-BE49-F238E27FC236}">
                <a16:creationId xmlns:a16="http://schemas.microsoft.com/office/drawing/2014/main" id="{199C6CE3-CA5B-ACEC-E81E-5B0BF3A40A67}"/>
              </a:ext>
            </a:extLst>
          </p:cNvPr>
          <p:cNvSpPr>
            <a:spLocks noGrp="1"/>
          </p:cNvSpPr>
          <p:nvPr>
            <p:ph idx="1"/>
          </p:nvPr>
        </p:nvSpPr>
        <p:spPr/>
        <p:txBody>
          <a:bodyPr>
            <a:normAutofit/>
          </a:bodyPr>
          <a:lstStyle/>
          <a:p>
            <a:pPr latinLnBrk="1"/>
            <a:r>
              <a:rPr lang="en-US" sz="1200" i="1" dirty="0"/>
              <a:t>Synthetic-Aperture Radar (SAR) [Photograph]. </a:t>
            </a:r>
            <a:r>
              <a:rPr lang="en-US" sz="1200" dirty="0"/>
              <a:t>(n.d.). GNO-SYS. https://gno-sys.com/selecting-your-system-synthetic-aperture-radar-sar-technology/ </a:t>
            </a:r>
          </a:p>
          <a:p>
            <a:pPr latinLnBrk="1"/>
            <a:r>
              <a:rPr lang="en-US" sz="1200" i="1" dirty="0"/>
              <a:t>Colin, A., &amp; Husson, R. (2025). Rainfall Regression from C-Band Synthetic Aperture Radar Using Multitask Generative Adversarial Networks. </a:t>
            </a:r>
            <a:r>
              <a:rPr lang="en-US" sz="1200" dirty="0"/>
              <a:t>Artificial Intelligence for the Earth Systems, 4(1), 1-18. https://doi.org/10.1175/AIES-D-24-0007.1 </a:t>
            </a:r>
          </a:p>
          <a:p>
            <a:pPr latinLnBrk="1"/>
            <a:r>
              <a:rPr lang="en-US" sz="1200" i="1" dirty="0"/>
              <a:t>College of Arts and Sciences [Image]</a:t>
            </a:r>
            <a:r>
              <a:rPr lang="en-US" sz="1200" dirty="0"/>
              <a:t>. (2026, February 2). College of Arts and Sciences. https://artsandsciences.osu.edu/ </a:t>
            </a:r>
          </a:p>
          <a:p>
            <a:pPr latinLnBrk="1"/>
            <a:r>
              <a:rPr lang="en-US" sz="1200" i="1" dirty="0"/>
              <a:t>The Ohio State University</a:t>
            </a:r>
            <a:r>
              <a:rPr lang="en-US" sz="1200" dirty="0"/>
              <a:t> [Image]. (2026, February 2). College of Arts and Sciences. https://artsandsciences.osu.edu/</a:t>
            </a:r>
            <a:endParaRPr lang="en-US" sz="1200" i="1" dirty="0"/>
          </a:p>
          <a:p>
            <a:pPr latinLnBrk="1"/>
            <a:r>
              <a:rPr lang="en-US" sz="1200" i="1" dirty="0"/>
              <a:t>CLS </a:t>
            </a:r>
            <a:r>
              <a:rPr lang="en-US" sz="1200" i="1" dirty="0" err="1"/>
              <a:t>Collecte</a:t>
            </a:r>
            <a:r>
              <a:rPr lang="en-US" sz="1200" i="1" dirty="0"/>
              <a:t> </a:t>
            </a:r>
            <a:r>
              <a:rPr lang="en-US" sz="1200" i="1" dirty="0" err="1"/>
              <a:t>Localisation</a:t>
            </a:r>
            <a:r>
              <a:rPr lang="en-US" sz="1200" i="1" dirty="0"/>
              <a:t> Satellite </a:t>
            </a:r>
            <a:r>
              <a:rPr lang="en-US" sz="1200" dirty="0"/>
              <a:t>[Image]. (2026, February 2). CLS. https://www.cls.fr/ </a:t>
            </a:r>
          </a:p>
          <a:p>
            <a:pPr latinLnBrk="1"/>
            <a:r>
              <a:rPr lang="en-US" sz="1200" i="1" dirty="0"/>
              <a:t>CELAD</a:t>
            </a:r>
            <a:r>
              <a:rPr lang="en-US" sz="1200" dirty="0"/>
              <a:t> [Photograph]. (2026, February 2). CELAD. https://www.celad.com/company/company/?lang=en </a:t>
            </a:r>
          </a:p>
          <a:p>
            <a:pPr latinLnBrk="1"/>
            <a:r>
              <a:rPr lang="en-US" sz="1200" i="1" dirty="0"/>
              <a:t>Synthetic Aperture Radar (SAR). </a:t>
            </a:r>
            <a:r>
              <a:rPr lang="en-US" sz="1200" dirty="0"/>
              <a:t>(2026, February 2). Earth Data. Retrieved February 2, 2026, from  https://www.earthdata.nasa.gov/learn/earth-observation-data-basics/sar </a:t>
            </a:r>
          </a:p>
          <a:p>
            <a:pPr latinLnBrk="1"/>
            <a:r>
              <a:rPr lang="en-US" sz="1200" i="1" dirty="0"/>
              <a:t>Synthetic Aperture [Photograph]. </a:t>
            </a:r>
            <a:r>
              <a:rPr lang="en-US" sz="1200" dirty="0"/>
              <a:t>(n.d.). Earth Data. https://www.earthdata.nasa.gov/learn/earth-observation-data-basics/sar </a:t>
            </a:r>
            <a:br>
              <a:rPr lang="en-US" sz="1200" dirty="0"/>
            </a:br>
            <a:br>
              <a:rPr lang="en-US" sz="1050" dirty="0"/>
            </a:br>
            <a:endParaRPr lang="en-US" sz="1050" dirty="0"/>
          </a:p>
        </p:txBody>
      </p:sp>
    </p:spTree>
    <p:extLst>
      <p:ext uri="{BB962C8B-B14F-4D97-AF65-F5344CB8AC3E}">
        <p14:creationId xmlns:p14="http://schemas.microsoft.com/office/powerpoint/2010/main" val="2893441060"/>
      </p:ext>
    </p:extLst>
  </p:cSld>
  <p:clrMapOvr>
    <a:masterClrMapping/>
  </p:clrMapOvr>
  <mc:AlternateContent xmlns:mc="http://schemas.openxmlformats.org/markup-compatibility/2006" xmlns:p14="http://schemas.microsoft.com/office/powerpoint/2010/main">
    <mc:Choice Requires="p14">
      <p:transition spd="slow" p14:dur="1300" advClick="0" advTm="32000">
        <p14:pan dir="u"/>
      </p:transition>
    </mc:Choice>
    <mc:Fallback xmlns="">
      <p:transition spd="slow" advClick="0" advTm="32000">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220</TotalTime>
  <Words>1016</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lato-regular</vt:lpstr>
      <vt:lpstr>Vapor Trail</vt:lpstr>
      <vt:lpstr>Analysis:  Rainfall Regression from C-Band Synthetic Aperture Radar Using Multitask Generative Adversarial Networks</vt:lpstr>
      <vt:lpstr>Introduction</vt:lpstr>
      <vt:lpstr>Purpose of the Research</vt:lpstr>
      <vt:lpstr>PowerPoint Presentation</vt:lpstr>
      <vt:lpstr>Methods Used in Research</vt:lpstr>
      <vt:lpstr>The Dataset</vt:lpstr>
      <vt:lpstr>PowerPoint Presentation</vt:lpstr>
      <vt:lpstr>Results</vt:lpstr>
      <vt:lpstr>PowerPoint Presentation</vt:lpstr>
      <vt:lpstr>Precipitation Predictions</vt:lpstr>
      <vt:lpstr>Other Possible Applications</vt:lpstr>
      <vt:lpstr>APA 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Gary Yu</dc:creator>
  <cp:lastModifiedBy>Gary Yu</cp:lastModifiedBy>
  <cp:revision>1</cp:revision>
  <dcterms:created xsi:type="dcterms:W3CDTF">2026-02-02T21:24:31Z</dcterms:created>
  <dcterms:modified xsi:type="dcterms:W3CDTF">2026-02-03T14:49:40Z</dcterms:modified>
</cp:coreProperties>
</file>